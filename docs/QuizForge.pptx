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4" r:id="rId5"/>
    <p:sldId id="333" r:id="rId6"/>
    <p:sldId id="334" r:id="rId7"/>
    <p:sldId id="335" r:id="rId8"/>
    <p:sldId id="332" r:id="rId9"/>
    <p:sldId id="336" r:id="rId10"/>
    <p:sldId id="337" r:id="rId11"/>
    <p:sldId id="33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image" Target="../media/image30.svg"/><Relationship Id="rId16" Type="http://schemas.openxmlformats.org/officeDocument/2006/relationships/image" Target="../media/image44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37FCFA-A14E-415C-918B-B102D6F99C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82C31AB-5A13-4CAB-8915-A5CC7DED4D9E}">
      <dgm:prSet/>
      <dgm:spPr/>
      <dgm:t>
        <a:bodyPr/>
        <a:lstStyle/>
        <a:p>
          <a:r>
            <a:rPr lang="en-GB" b="1" dirty="0"/>
            <a:t>Free alternative to Kahoot </a:t>
          </a:r>
          <a:r>
            <a:rPr lang="en-GB" dirty="0"/>
            <a:t>(unlock features behind paywalls)</a:t>
          </a:r>
          <a:endParaRPr lang="en-US" dirty="0"/>
        </a:p>
      </dgm:t>
    </dgm:pt>
    <dgm:pt modelId="{129FB207-C75D-4B1E-9E80-02C3457068E3}" type="parTrans" cxnId="{1AA2EB73-1C27-4C46-BB96-44BF8409B4F0}">
      <dgm:prSet/>
      <dgm:spPr/>
      <dgm:t>
        <a:bodyPr/>
        <a:lstStyle/>
        <a:p>
          <a:endParaRPr lang="en-US"/>
        </a:p>
      </dgm:t>
    </dgm:pt>
    <dgm:pt modelId="{06280B80-CF50-41BA-A79B-CF4E5CA3217C}" type="sibTrans" cxnId="{1AA2EB73-1C27-4C46-BB96-44BF8409B4F0}">
      <dgm:prSet/>
      <dgm:spPr/>
      <dgm:t>
        <a:bodyPr/>
        <a:lstStyle/>
        <a:p>
          <a:endParaRPr lang="en-US"/>
        </a:p>
      </dgm:t>
    </dgm:pt>
    <dgm:pt modelId="{3793D45A-D19A-457F-B7A4-7D1029B0C26A}">
      <dgm:prSet/>
      <dgm:spPr/>
      <dgm:t>
        <a:bodyPr/>
        <a:lstStyle/>
        <a:p>
          <a:r>
            <a:rPr lang="en-GB" b="1"/>
            <a:t>Make learning fun </a:t>
          </a:r>
          <a:r>
            <a:rPr lang="en-GB"/>
            <a:t>(combat boredom with multiple games)</a:t>
          </a:r>
          <a:endParaRPr lang="en-US"/>
        </a:p>
      </dgm:t>
    </dgm:pt>
    <dgm:pt modelId="{AFC3FC97-A549-4C18-AD8B-7AB3B6280EE2}" type="parTrans" cxnId="{5FE0D6F4-85FE-4D89-BB10-E5A4A727F098}">
      <dgm:prSet/>
      <dgm:spPr/>
      <dgm:t>
        <a:bodyPr/>
        <a:lstStyle/>
        <a:p>
          <a:endParaRPr lang="en-US"/>
        </a:p>
      </dgm:t>
    </dgm:pt>
    <dgm:pt modelId="{67CE6479-C18E-4765-A0E2-16DA1271741F}" type="sibTrans" cxnId="{5FE0D6F4-85FE-4D89-BB10-E5A4A727F098}">
      <dgm:prSet/>
      <dgm:spPr/>
      <dgm:t>
        <a:bodyPr/>
        <a:lstStyle/>
        <a:p>
          <a:endParaRPr lang="en-US"/>
        </a:p>
      </dgm:t>
    </dgm:pt>
    <dgm:pt modelId="{DE6D8C22-AF7A-4962-8126-4E0878410061}">
      <dgm:prSet/>
      <dgm:spPr/>
      <dgm:t>
        <a:bodyPr/>
        <a:lstStyle/>
        <a:p>
          <a:r>
            <a:rPr lang="en-GB" b="1"/>
            <a:t>Achieve performance parity on decade-old devices via server-side rendering </a:t>
          </a:r>
          <a:r>
            <a:rPr lang="en-GB"/>
            <a:t>(Angular Universal) and optimized WebSockets</a:t>
          </a:r>
          <a:endParaRPr lang="en-US"/>
        </a:p>
      </dgm:t>
    </dgm:pt>
    <dgm:pt modelId="{4AC7CD00-3CD2-453A-B076-C310D20D3D07}" type="parTrans" cxnId="{C8CCA92C-3E36-4B26-8F64-45C83225BEDA}">
      <dgm:prSet/>
      <dgm:spPr/>
      <dgm:t>
        <a:bodyPr/>
        <a:lstStyle/>
        <a:p>
          <a:endParaRPr lang="en-US"/>
        </a:p>
      </dgm:t>
    </dgm:pt>
    <dgm:pt modelId="{911BF69A-908A-4563-A817-77BA44983E0F}" type="sibTrans" cxnId="{C8CCA92C-3E36-4B26-8F64-45C83225BEDA}">
      <dgm:prSet/>
      <dgm:spPr/>
      <dgm:t>
        <a:bodyPr/>
        <a:lstStyle/>
        <a:p>
          <a:endParaRPr lang="en-US"/>
        </a:p>
      </dgm:t>
    </dgm:pt>
    <dgm:pt modelId="{D8395D7C-9B19-4514-B754-77AE432C36C2}">
      <dgm:prSet/>
      <dgm:spPr/>
      <dgm:t>
        <a:bodyPr/>
        <a:lstStyle/>
        <a:p>
          <a:r>
            <a:rPr lang="en-GB" b="1"/>
            <a:t>Enable complete data sovereignty with one-click Docker deployment for schools/orgs.</a:t>
          </a:r>
          <a:endParaRPr lang="en-US"/>
        </a:p>
      </dgm:t>
    </dgm:pt>
    <dgm:pt modelId="{7534E67E-5F63-4C99-A00B-32D849C52E7F}" type="parTrans" cxnId="{CFA3D77E-8D9F-46DA-BAD3-AF3D6A008EC4}">
      <dgm:prSet/>
      <dgm:spPr/>
      <dgm:t>
        <a:bodyPr/>
        <a:lstStyle/>
        <a:p>
          <a:endParaRPr lang="en-US"/>
        </a:p>
      </dgm:t>
    </dgm:pt>
    <dgm:pt modelId="{567BE594-D942-4FF9-A7E7-CE0C0A95F31B}" type="sibTrans" cxnId="{CFA3D77E-8D9F-46DA-BAD3-AF3D6A008EC4}">
      <dgm:prSet/>
      <dgm:spPr/>
      <dgm:t>
        <a:bodyPr/>
        <a:lstStyle/>
        <a:p>
          <a:endParaRPr lang="en-US"/>
        </a:p>
      </dgm:t>
    </dgm:pt>
    <dgm:pt modelId="{C52C3CF8-6B3D-435A-8961-44FB39913E34}" type="pres">
      <dgm:prSet presAssocID="{C237FCFA-A14E-415C-918B-B102D6F99C91}" presName="root" presStyleCnt="0">
        <dgm:presLayoutVars>
          <dgm:dir/>
          <dgm:resizeHandles val="exact"/>
        </dgm:presLayoutVars>
      </dgm:prSet>
      <dgm:spPr/>
    </dgm:pt>
    <dgm:pt modelId="{00688F45-1769-4696-A387-FDADE907F961}" type="pres">
      <dgm:prSet presAssocID="{F82C31AB-5A13-4CAB-8915-A5CC7DED4D9E}" presName="compNode" presStyleCnt="0"/>
      <dgm:spPr/>
    </dgm:pt>
    <dgm:pt modelId="{FB9F7524-078D-4EB0-A155-3D25E621565A}" type="pres">
      <dgm:prSet presAssocID="{F82C31AB-5A13-4CAB-8915-A5CC7DED4D9E}" presName="bgRect" presStyleLbl="bgShp" presStyleIdx="0" presStyleCnt="4"/>
      <dgm:spPr/>
    </dgm:pt>
    <dgm:pt modelId="{88699935-A70C-431F-B158-36D1E4050C1D}" type="pres">
      <dgm:prSet presAssocID="{F82C31AB-5A13-4CAB-8915-A5CC7DED4D9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3B377DE-4AB4-4ECF-AD2F-98FE5694F78F}" type="pres">
      <dgm:prSet presAssocID="{F82C31AB-5A13-4CAB-8915-A5CC7DED4D9E}" presName="spaceRect" presStyleCnt="0"/>
      <dgm:spPr/>
    </dgm:pt>
    <dgm:pt modelId="{7F47F0B8-285B-44C1-8637-B74A932E58AF}" type="pres">
      <dgm:prSet presAssocID="{F82C31AB-5A13-4CAB-8915-A5CC7DED4D9E}" presName="parTx" presStyleLbl="revTx" presStyleIdx="0" presStyleCnt="4">
        <dgm:presLayoutVars>
          <dgm:chMax val="0"/>
          <dgm:chPref val="0"/>
        </dgm:presLayoutVars>
      </dgm:prSet>
      <dgm:spPr/>
    </dgm:pt>
    <dgm:pt modelId="{FF136F28-B4F9-45A5-9BFB-05F923826B75}" type="pres">
      <dgm:prSet presAssocID="{06280B80-CF50-41BA-A79B-CF4E5CA3217C}" presName="sibTrans" presStyleCnt="0"/>
      <dgm:spPr/>
    </dgm:pt>
    <dgm:pt modelId="{FB9B71A2-1B4B-435E-89E1-1DDC8B29749F}" type="pres">
      <dgm:prSet presAssocID="{3793D45A-D19A-457F-B7A4-7D1029B0C26A}" presName="compNode" presStyleCnt="0"/>
      <dgm:spPr/>
    </dgm:pt>
    <dgm:pt modelId="{37E92518-6DA1-4A2E-B535-1E9000BC0708}" type="pres">
      <dgm:prSet presAssocID="{3793D45A-D19A-457F-B7A4-7D1029B0C26A}" presName="bgRect" presStyleLbl="bgShp" presStyleIdx="1" presStyleCnt="4"/>
      <dgm:spPr/>
    </dgm:pt>
    <dgm:pt modelId="{A6AA468E-0280-4532-B0B4-B92421636444}" type="pres">
      <dgm:prSet presAssocID="{3793D45A-D19A-457F-B7A4-7D1029B0C2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1BB8D2A6-7FE3-4D99-AFFB-A0723D509A37}" type="pres">
      <dgm:prSet presAssocID="{3793D45A-D19A-457F-B7A4-7D1029B0C26A}" presName="spaceRect" presStyleCnt="0"/>
      <dgm:spPr/>
    </dgm:pt>
    <dgm:pt modelId="{8337BB89-FBDF-4B03-9C09-B28040F0C8B8}" type="pres">
      <dgm:prSet presAssocID="{3793D45A-D19A-457F-B7A4-7D1029B0C26A}" presName="parTx" presStyleLbl="revTx" presStyleIdx="1" presStyleCnt="4">
        <dgm:presLayoutVars>
          <dgm:chMax val="0"/>
          <dgm:chPref val="0"/>
        </dgm:presLayoutVars>
      </dgm:prSet>
      <dgm:spPr/>
    </dgm:pt>
    <dgm:pt modelId="{39C94AD3-C54E-49DD-800D-F5598DCE48AC}" type="pres">
      <dgm:prSet presAssocID="{67CE6479-C18E-4765-A0E2-16DA1271741F}" presName="sibTrans" presStyleCnt="0"/>
      <dgm:spPr/>
    </dgm:pt>
    <dgm:pt modelId="{BC974596-4CEE-4D55-8BC0-7DE4F55F8866}" type="pres">
      <dgm:prSet presAssocID="{DE6D8C22-AF7A-4962-8126-4E0878410061}" presName="compNode" presStyleCnt="0"/>
      <dgm:spPr/>
    </dgm:pt>
    <dgm:pt modelId="{23CEC6B3-AFC4-4D02-832B-81753382F297}" type="pres">
      <dgm:prSet presAssocID="{DE6D8C22-AF7A-4962-8126-4E0878410061}" presName="bgRect" presStyleLbl="bgShp" presStyleIdx="2" presStyleCnt="4"/>
      <dgm:spPr/>
    </dgm:pt>
    <dgm:pt modelId="{B6312188-385E-4CCD-8280-5C764FD3A6F1}" type="pres">
      <dgm:prSet presAssocID="{DE6D8C22-AF7A-4962-8126-4E087841006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694F8C4-8F60-4488-8A19-D1A2F042FEF3}" type="pres">
      <dgm:prSet presAssocID="{DE6D8C22-AF7A-4962-8126-4E0878410061}" presName="spaceRect" presStyleCnt="0"/>
      <dgm:spPr/>
    </dgm:pt>
    <dgm:pt modelId="{FCE677BE-C5CB-49CB-AE8D-BA25C6E034BB}" type="pres">
      <dgm:prSet presAssocID="{DE6D8C22-AF7A-4962-8126-4E0878410061}" presName="parTx" presStyleLbl="revTx" presStyleIdx="2" presStyleCnt="4">
        <dgm:presLayoutVars>
          <dgm:chMax val="0"/>
          <dgm:chPref val="0"/>
        </dgm:presLayoutVars>
      </dgm:prSet>
      <dgm:spPr/>
    </dgm:pt>
    <dgm:pt modelId="{4FBE3713-9416-43B4-B085-6B373BE1F74F}" type="pres">
      <dgm:prSet presAssocID="{911BF69A-908A-4563-A817-77BA44983E0F}" presName="sibTrans" presStyleCnt="0"/>
      <dgm:spPr/>
    </dgm:pt>
    <dgm:pt modelId="{60514FC2-F95C-45E5-A02E-F01B5B1FD5FC}" type="pres">
      <dgm:prSet presAssocID="{D8395D7C-9B19-4514-B754-77AE432C36C2}" presName="compNode" presStyleCnt="0"/>
      <dgm:spPr/>
    </dgm:pt>
    <dgm:pt modelId="{7DBEEC14-1F5E-49C6-BE71-8A069FA559BB}" type="pres">
      <dgm:prSet presAssocID="{D8395D7C-9B19-4514-B754-77AE432C36C2}" presName="bgRect" presStyleLbl="bgShp" presStyleIdx="3" presStyleCnt="4"/>
      <dgm:spPr/>
    </dgm:pt>
    <dgm:pt modelId="{090D545E-9919-4949-9EE6-0A30E64F819A}" type="pres">
      <dgm:prSet presAssocID="{D8395D7C-9B19-4514-B754-77AE432C36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8343EE5A-888A-4536-A153-68C4EA2CDA7E}" type="pres">
      <dgm:prSet presAssocID="{D8395D7C-9B19-4514-B754-77AE432C36C2}" presName="spaceRect" presStyleCnt="0"/>
      <dgm:spPr/>
    </dgm:pt>
    <dgm:pt modelId="{CE7B1196-FE42-4EA6-AD9E-024483D063A5}" type="pres">
      <dgm:prSet presAssocID="{D8395D7C-9B19-4514-B754-77AE432C36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8CCA92C-3E36-4B26-8F64-45C83225BEDA}" srcId="{C237FCFA-A14E-415C-918B-B102D6F99C91}" destId="{DE6D8C22-AF7A-4962-8126-4E0878410061}" srcOrd="2" destOrd="0" parTransId="{4AC7CD00-3CD2-453A-B076-C310D20D3D07}" sibTransId="{911BF69A-908A-4563-A817-77BA44983E0F}"/>
    <dgm:cxn modelId="{097B833F-97E9-469F-BD1F-0B16DFD48D92}" type="presOf" srcId="{DE6D8C22-AF7A-4962-8126-4E0878410061}" destId="{FCE677BE-C5CB-49CB-AE8D-BA25C6E034BB}" srcOrd="0" destOrd="0" presId="urn:microsoft.com/office/officeart/2018/2/layout/IconVerticalSolidList"/>
    <dgm:cxn modelId="{97A4B83F-0F0F-4242-A1A6-F398C454ED20}" type="presOf" srcId="{D8395D7C-9B19-4514-B754-77AE432C36C2}" destId="{CE7B1196-FE42-4EA6-AD9E-024483D063A5}" srcOrd="0" destOrd="0" presId="urn:microsoft.com/office/officeart/2018/2/layout/IconVerticalSolidList"/>
    <dgm:cxn modelId="{1AA2EB73-1C27-4C46-BB96-44BF8409B4F0}" srcId="{C237FCFA-A14E-415C-918B-B102D6F99C91}" destId="{F82C31AB-5A13-4CAB-8915-A5CC7DED4D9E}" srcOrd="0" destOrd="0" parTransId="{129FB207-C75D-4B1E-9E80-02C3457068E3}" sibTransId="{06280B80-CF50-41BA-A79B-CF4E5CA3217C}"/>
    <dgm:cxn modelId="{CFA3D77E-8D9F-46DA-BAD3-AF3D6A008EC4}" srcId="{C237FCFA-A14E-415C-918B-B102D6F99C91}" destId="{D8395D7C-9B19-4514-B754-77AE432C36C2}" srcOrd="3" destOrd="0" parTransId="{7534E67E-5F63-4C99-A00B-32D849C52E7F}" sibTransId="{567BE594-D942-4FF9-A7E7-CE0C0A95F31B}"/>
    <dgm:cxn modelId="{F0AD0A9E-D452-466A-A7B2-64CC7D801544}" type="presOf" srcId="{F82C31AB-5A13-4CAB-8915-A5CC7DED4D9E}" destId="{7F47F0B8-285B-44C1-8637-B74A932E58AF}" srcOrd="0" destOrd="0" presId="urn:microsoft.com/office/officeart/2018/2/layout/IconVerticalSolidList"/>
    <dgm:cxn modelId="{1F095EA7-285B-4842-9742-BA0F342ED461}" type="presOf" srcId="{C237FCFA-A14E-415C-918B-B102D6F99C91}" destId="{C52C3CF8-6B3D-435A-8961-44FB39913E34}" srcOrd="0" destOrd="0" presId="urn:microsoft.com/office/officeart/2018/2/layout/IconVerticalSolidList"/>
    <dgm:cxn modelId="{AD13E0ED-5CEE-4CD1-9C0C-B5B9536DB0DA}" type="presOf" srcId="{3793D45A-D19A-457F-B7A4-7D1029B0C26A}" destId="{8337BB89-FBDF-4B03-9C09-B28040F0C8B8}" srcOrd="0" destOrd="0" presId="urn:microsoft.com/office/officeart/2018/2/layout/IconVerticalSolidList"/>
    <dgm:cxn modelId="{5FE0D6F4-85FE-4D89-BB10-E5A4A727F098}" srcId="{C237FCFA-A14E-415C-918B-B102D6F99C91}" destId="{3793D45A-D19A-457F-B7A4-7D1029B0C26A}" srcOrd="1" destOrd="0" parTransId="{AFC3FC97-A549-4C18-AD8B-7AB3B6280EE2}" sibTransId="{67CE6479-C18E-4765-A0E2-16DA1271741F}"/>
    <dgm:cxn modelId="{1A5B98C6-16F1-4481-BECA-2F13755ACBCD}" type="presParOf" srcId="{C52C3CF8-6B3D-435A-8961-44FB39913E34}" destId="{00688F45-1769-4696-A387-FDADE907F961}" srcOrd="0" destOrd="0" presId="urn:microsoft.com/office/officeart/2018/2/layout/IconVerticalSolidList"/>
    <dgm:cxn modelId="{59931828-C03D-4E48-9FCD-5AAC09A4BDAD}" type="presParOf" srcId="{00688F45-1769-4696-A387-FDADE907F961}" destId="{FB9F7524-078D-4EB0-A155-3D25E621565A}" srcOrd="0" destOrd="0" presId="urn:microsoft.com/office/officeart/2018/2/layout/IconVerticalSolidList"/>
    <dgm:cxn modelId="{B3FBC4A9-320D-4E50-B46F-63A303AF1524}" type="presParOf" srcId="{00688F45-1769-4696-A387-FDADE907F961}" destId="{88699935-A70C-431F-B158-36D1E4050C1D}" srcOrd="1" destOrd="0" presId="urn:microsoft.com/office/officeart/2018/2/layout/IconVerticalSolidList"/>
    <dgm:cxn modelId="{035A9FBE-0FE3-4CD9-9877-86D030864BF6}" type="presParOf" srcId="{00688F45-1769-4696-A387-FDADE907F961}" destId="{B3B377DE-4AB4-4ECF-AD2F-98FE5694F78F}" srcOrd="2" destOrd="0" presId="urn:microsoft.com/office/officeart/2018/2/layout/IconVerticalSolidList"/>
    <dgm:cxn modelId="{9BA34D33-9878-43F1-B055-CC407DD7F1A6}" type="presParOf" srcId="{00688F45-1769-4696-A387-FDADE907F961}" destId="{7F47F0B8-285B-44C1-8637-B74A932E58AF}" srcOrd="3" destOrd="0" presId="urn:microsoft.com/office/officeart/2018/2/layout/IconVerticalSolidList"/>
    <dgm:cxn modelId="{89282550-0CBB-4BF0-A868-7A54F516764E}" type="presParOf" srcId="{C52C3CF8-6B3D-435A-8961-44FB39913E34}" destId="{FF136F28-B4F9-45A5-9BFB-05F923826B75}" srcOrd="1" destOrd="0" presId="urn:microsoft.com/office/officeart/2018/2/layout/IconVerticalSolidList"/>
    <dgm:cxn modelId="{2275D6D3-73DD-4337-916F-81CE84C58BE4}" type="presParOf" srcId="{C52C3CF8-6B3D-435A-8961-44FB39913E34}" destId="{FB9B71A2-1B4B-435E-89E1-1DDC8B29749F}" srcOrd="2" destOrd="0" presId="urn:microsoft.com/office/officeart/2018/2/layout/IconVerticalSolidList"/>
    <dgm:cxn modelId="{FCADB2A1-6905-4FF5-AA80-7EC6466E763C}" type="presParOf" srcId="{FB9B71A2-1B4B-435E-89E1-1DDC8B29749F}" destId="{37E92518-6DA1-4A2E-B535-1E9000BC0708}" srcOrd="0" destOrd="0" presId="urn:microsoft.com/office/officeart/2018/2/layout/IconVerticalSolidList"/>
    <dgm:cxn modelId="{50BDF379-BA20-4D3B-A89D-6D3820D00E1E}" type="presParOf" srcId="{FB9B71A2-1B4B-435E-89E1-1DDC8B29749F}" destId="{A6AA468E-0280-4532-B0B4-B92421636444}" srcOrd="1" destOrd="0" presId="urn:microsoft.com/office/officeart/2018/2/layout/IconVerticalSolidList"/>
    <dgm:cxn modelId="{AABE8443-981D-44CA-B704-731A3C43630F}" type="presParOf" srcId="{FB9B71A2-1B4B-435E-89E1-1DDC8B29749F}" destId="{1BB8D2A6-7FE3-4D99-AFFB-A0723D509A37}" srcOrd="2" destOrd="0" presId="urn:microsoft.com/office/officeart/2018/2/layout/IconVerticalSolidList"/>
    <dgm:cxn modelId="{9EBC845F-DEB9-4911-BB25-BB73866D9D37}" type="presParOf" srcId="{FB9B71A2-1B4B-435E-89E1-1DDC8B29749F}" destId="{8337BB89-FBDF-4B03-9C09-B28040F0C8B8}" srcOrd="3" destOrd="0" presId="urn:microsoft.com/office/officeart/2018/2/layout/IconVerticalSolidList"/>
    <dgm:cxn modelId="{DCF6200B-843D-4A34-B9A1-A0CBFA471624}" type="presParOf" srcId="{C52C3CF8-6B3D-435A-8961-44FB39913E34}" destId="{39C94AD3-C54E-49DD-800D-F5598DCE48AC}" srcOrd="3" destOrd="0" presId="urn:microsoft.com/office/officeart/2018/2/layout/IconVerticalSolidList"/>
    <dgm:cxn modelId="{80436449-7E24-45C5-8DBB-8EAE145EB60C}" type="presParOf" srcId="{C52C3CF8-6B3D-435A-8961-44FB39913E34}" destId="{BC974596-4CEE-4D55-8BC0-7DE4F55F8866}" srcOrd="4" destOrd="0" presId="urn:microsoft.com/office/officeart/2018/2/layout/IconVerticalSolidList"/>
    <dgm:cxn modelId="{2C59D9BC-8F95-49E9-B50D-37286C89F7BD}" type="presParOf" srcId="{BC974596-4CEE-4D55-8BC0-7DE4F55F8866}" destId="{23CEC6B3-AFC4-4D02-832B-81753382F297}" srcOrd="0" destOrd="0" presId="urn:microsoft.com/office/officeart/2018/2/layout/IconVerticalSolidList"/>
    <dgm:cxn modelId="{88A1CF63-F692-4817-97F9-7A1ABA34C1C7}" type="presParOf" srcId="{BC974596-4CEE-4D55-8BC0-7DE4F55F8866}" destId="{B6312188-385E-4CCD-8280-5C764FD3A6F1}" srcOrd="1" destOrd="0" presId="urn:microsoft.com/office/officeart/2018/2/layout/IconVerticalSolidList"/>
    <dgm:cxn modelId="{D4BD14E8-494A-4D16-AE3E-42A3880C061C}" type="presParOf" srcId="{BC974596-4CEE-4D55-8BC0-7DE4F55F8866}" destId="{3694F8C4-8F60-4488-8A19-D1A2F042FEF3}" srcOrd="2" destOrd="0" presId="urn:microsoft.com/office/officeart/2018/2/layout/IconVerticalSolidList"/>
    <dgm:cxn modelId="{81D8E6AC-B095-4ACE-B931-DAEFB22CF408}" type="presParOf" srcId="{BC974596-4CEE-4D55-8BC0-7DE4F55F8866}" destId="{FCE677BE-C5CB-49CB-AE8D-BA25C6E034BB}" srcOrd="3" destOrd="0" presId="urn:microsoft.com/office/officeart/2018/2/layout/IconVerticalSolidList"/>
    <dgm:cxn modelId="{23C0DECD-0A2E-4862-847B-CBEA34781107}" type="presParOf" srcId="{C52C3CF8-6B3D-435A-8961-44FB39913E34}" destId="{4FBE3713-9416-43B4-B085-6B373BE1F74F}" srcOrd="5" destOrd="0" presId="urn:microsoft.com/office/officeart/2018/2/layout/IconVerticalSolidList"/>
    <dgm:cxn modelId="{3C2836DA-AD06-4878-AC17-7ED61D382C31}" type="presParOf" srcId="{C52C3CF8-6B3D-435A-8961-44FB39913E34}" destId="{60514FC2-F95C-45E5-A02E-F01B5B1FD5FC}" srcOrd="6" destOrd="0" presId="urn:microsoft.com/office/officeart/2018/2/layout/IconVerticalSolidList"/>
    <dgm:cxn modelId="{9357D063-8248-46FC-B55F-8785DC778B7B}" type="presParOf" srcId="{60514FC2-F95C-45E5-A02E-F01B5B1FD5FC}" destId="{7DBEEC14-1F5E-49C6-BE71-8A069FA559BB}" srcOrd="0" destOrd="0" presId="urn:microsoft.com/office/officeart/2018/2/layout/IconVerticalSolidList"/>
    <dgm:cxn modelId="{C472D493-9DAA-4B40-A3C7-01CAD699AA50}" type="presParOf" srcId="{60514FC2-F95C-45E5-A02E-F01B5B1FD5FC}" destId="{090D545E-9919-4949-9EE6-0A30E64F819A}" srcOrd="1" destOrd="0" presId="urn:microsoft.com/office/officeart/2018/2/layout/IconVerticalSolidList"/>
    <dgm:cxn modelId="{15B07C7D-D081-413D-A2F1-0D1DEF69C26B}" type="presParOf" srcId="{60514FC2-F95C-45E5-A02E-F01B5B1FD5FC}" destId="{8343EE5A-888A-4536-A153-68C4EA2CDA7E}" srcOrd="2" destOrd="0" presId="urn:microsoft.com/office/officeart/2018/2/layout/IconVerticalSolidList"/>
    <dgm:cxn modelId="{D9E69086-346D-4848-AEC5-6F90E0737EFE}" type="presParOf" srcId="{60514FC2-F95C-45E5-A02E-F01B5B1FD5FC}" destId="{CE7B1196-FE42-4EA6-AD9E-024483D063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197E5A-416C-4438-901B-7ABABB7B8410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6F1189C-A81F-49E2-AD2A-50F011C985DB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solidFill>
                <a:schemeClr val="bg1"/>
              </a:solidFill>
            </a:rPr>
            <a:t>3+ game modes</a:t>
          </a:r>
        </a:p>
      </dgm:t>
    </dgm:pt>
    <dgm:pt modelId="{3F74CD47-450B-4DAF-96F2-9C5C0A30FFC5}" type="parTrans" cxnId="{F53C1EEA-F83A-4147-8020-E90BD84A530F}">
      <dgm:prSet/>
      <dgm:spPr/>
      <dgm:t>
        <a:bodyPr/>
        <a:lstStyle/>
        <a:p>
          <a:endParaRPr lang="en-US"/>
        </a:p>
      </dgm:t>
    </dgm:pt>
    <dgm:pt modelId="{7D0B6FC1-81B0-4E09-95E3-58E87E26E43D}" type="sibTrans" cxnId="{F53C1EEA-F83A-4147-8020-E90BD84A530F}">
      <dgm:prSet/>
      <dgm:spPr/>
      <dgm:t>
        <a:bodyPr/>
        <a:lstStyle/>
        <a:p>
          <a:endParaRPr lang="en-US"/>
        </a:p>
      </dgm:t>
    </dgm:pt>
    <dgm:pt modelId="{939F44D2-D734-493F-B942-84C0EF87A3C5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solidFill>
                <a:schemeClr val="bg1"/>
              </a:solidFill>
            </a:rPr>
            <a:t>classes/groups system</a:t>
          </a:r>
        </a:p>
      </dgm:t>
    </dgm:pt>
    <dgm:pt modelId="{C880C018-ED56-4269-9062-F4C108AC5E50}" type="parTrans" cxnId="{2ABE3A2D-4F15-416F-BD75-DE82082C861A}">
      <dgm:prSet/>
      <dgm:spPr/>
      <dgm:t>
        <a:bodyPr/>
        <a:lstStyle/>
        <a:p>
          <a:endParaRPr lang="en-US"/>
        </a:p>
      </dgm:t>
    </dgm:pt>
    <dgm:pt modelId="{14B7DA2F-5127-448F-822F-2CB17B0E428B}" type="sibTrans" cxnId="{2ABE3A2D-4F15-416F-BD75-DE82082C861A}">
      <dgm:prSet/>
      <dgm:spPr/>
      <dgm:t>
        <a:bodyPr/>
        <a:lstStyle/>
        <a:p>
          <a:endParaRPr lang="en-US"/>
        </a:p>
      </dgm:t>
    </dgm:pt>
    <dgm:pt modelId="{84FABFB4-CAFD-4C24-9F5B-A61F7F914538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solidFill>
                <a:schemeClr val="bg1"/>
              </a:solidFill>
            </a:rPr>
            <a:t>homework assignments</a:t>
          </a:r>
        </a:p>
      </dgm:t>
    </dgm:pt>
    <dgm:pt modelId="{F1CDE63E-D86F-4D63-AE4A-D7EDFE156818}" type="parTrans" cxnId="{78394CBC-26B0-4319-B25E-D1B8AE30D514}">
      <dgm:prSet/>
      <dgm:spPr/>
      <dgm:t>
        <a:bodyPr/>
        <a:lstStyle/>
        <a:p>
          <a:endParaRPr lang="en-US"/>
        </a:p>
      </dgm:t>
    </dgm:pt>
    <dgm:pt modelId="{F0BAE174-02B1-4C35-B465-E9E98F592173}" type="sibTrans" cxnId="{78394CBC-26B0-4319-B25E-D1B8AE30D514}">
      <dgm:prSet/>
      <dgm:spPr/>
      <dgm:t>
        <a:bodyPr/>
        <a:lstStyle/>
        <a:p>
          <a:endParaRPr lang="en-US"/>
        </a:p>
      </dgm:t>
    </dgm:pt>
    <dgm:pt modelId="{9BFD2D1A-CA89-4A6C-8589-C8A426F1F72D}">
      <dgm:prSet custT="1"/>
      <dgm:spPr/>
      <dgm:t>
        <a:bodyPr/>
        <a:lstStyle/>
        <a:p>
          <a:pPr>
            <a:defRPr cap="all"/>
          </a:pPr>
          <a:r>
            <a:rPr lang="en-US" sz="1600" b="1">
              <a:solidFill>
                <a:schemeClr val="bg1"/>
              </a:solidFill>
            </a:rPr>
            <a:t>discover page for quizzes</a:t>
          </a:r>
        </a:p>
      </dgm:t>
    </dgm:pt>
    <dgm:pt modelId="{99D2DBD2-37C4-455A-9C9E-ACCBC684F73B}" type="parTrans" cxnId="{57BF4C6E-3DAE-4BE6-AB2B-E4516036C849}">
      <dgm:prSet/>
      <dgm:spPr/>
      <dgm:t>
        <a:bodyPr/>
        <a:lstStyle/>
        <a:p>
          <a:endParaRPr lang="en-US"/>
        </a:p>
      </dgm:t>
    </dgm:pt>
    <dgm:pt modelId="{6DC580E5-F340-43AC-B03B-CCCBAF2826A6}" type="sibTrans" cxnId="{57BF4C6E-3DAE-4BE6-AB2B-E4516036C849}">
      <dgm:prSet/>
      <dgm:spPr/>
      <dgm:t>
        <a:bodyPr/>
        <a:lstStyle/>
        <a:p>
          <a:endParaRPr lang="en-US"/>
        </a:p>
      </dgm:t>
    </dgm:pt>
    <dgm:pt modelId="{9D0B998C-B16B-451D-9544-71C682E73954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solidFill>
                <a:schemeClr val="bg1"/>
              </a:solidFill>
            </a:rPr>
            <a:t>create/modify quizzes</a:t>
          </a:r>
        </a:p>
      </dgm:t>
    </dgm:pt>
    <dgm:pt modelId="{3BEDDAE0-27EE-4948-913B-678C963721C0}" type="parTrans" cxnId="{89734959-A747-455D-828E-19CD7746A574}">
      <dgm:prSet/>
      <dgm:spPr/>
      <dgm:t>
        <a:bodyPr/>
        <a:lstStyle/>
        <a:p>
          <a:endParaRPr lang="en-US"/>
        </a:p>
      </dgm:t>
    </dgm:pt>
    <dgm:pt modelId="{35308C34-44BE-4F80-82AD-839E6D2E2719}" type="sibTrans" cxnId="{89734959-A747-455D-828E-19CD7746A574}">
      <dgm:prSet/>
      <dgm:spPr/>
      <dgm:t>
        <a:bodyPr/>
        <a:lstStyle/>
        <a:p>
          <a:endParaRPr lang="en-US"/>
        </a:p>
      </dgm:t>
    </dgm:pt>
    <dgm:pt modelId="{8325D5AC-0953-4C58-83F5-48DAD0C56539}">
      <dgm:prSet custT="1"/>
      <dgm:spPr/>
      <dgm:t>
        <a:bodyPr/>
        <a:lstStyle/>
        <a:p>
          <a:pPr>
            <a:defRPr cap="all"/>
          </a:pPr>
          <a:r>
            <a:rPr lang="en-US" sz="1600" b="1">
              <a:solidFill>
                <a:schemeClr val="bg1"/>
              </a:solidFill>
            </a:rPr>
            <a:t>hosting sessions</a:t>
          </a:r>
        </a:p>
      </dgm:t>
    </dgm:pt>
    <dgm:pt modelId="{DFCFFBDF-FFC8-4071-95DC-155081ADDD0A}" type="parTrans" cxnId="{5ED0136F-CBD8-4A50-A47A-BCF53FDA4028}">
      <dgm:prSet/>
      <dgm:spPr/>
      <dgm:t>
        <a:bodyPr/>
        <a:lstStyle/>
        <a:p>
          <a:endParaRPr lang="en-US"/>
        </a:p>
      </dgm:t>
    </dgm:pt>
    <dgm:pt modelId="{73208BDF-CC86-4DAF-B14B-7507EA66D06F}" type="sibTrans" cxnId="{5ED0136F-CBD8-4A50-A47A-BCF53FDA4028}">
      <dgm:prSet/>
      <dgm:spPr/>
      <dgm:t>
        <a:bodyPr/>
        <a:lstStyle/>
        <a:p>
          <a:endParaRPr lang="en-US"/>
        </a:p>
      </dgm:t>
    </dgm:pt>
    <dgm:pt modelId="{99277727-ECC1-4ACC-B151-DAEB2A6338E6}">
      <dgm:prSet custT="1"/>
      <dgm:spPr/>
      <dgm:t>
        <a:bodyPr/>
        <a:lstStyle/>
        <a:p>
          <a:pPr>
            <a:defRPr cap="all"/>
          </a:pPr>
          <a:r>
            <a:rPr lang="en-US" sz="1600" b="1" dirty="0">
              <a:solidFill>
                <a:schemeClr val="bg1"/>
              </a:solidFill>
            </a:rPr>
            <a:t>virtual market for customizations</a:t>
          </a:r>
        </a:p>
      </dgm:t>
    </dgm:pt>
    <dgm:pt modelId="{573A2927-7501-40D4-BC42-B1A825896E08}" type="parTrans" cxnId="{1A9CCE22-86C3-4672-9BBE-C29C9E2C2CA0}">
      <dgm:prSet/>
      <dgm:spPr/>
      <dgm:t>
        <a:bodyPr/>
        <a:lstStyle/>
        <a:p>
          <a:endParaRPr lang="en-US"/>
        </a:p>
      </dgm:t>
    </dgm:pt>
    <dgm:pt modelId="{10434AD9-8FFE-48D3-9A7B-1B78A390C868}" type="sibTrans" cxnId="{1A9CCE22-86C3-4672-9BBE-C29C9E2C2CA0}">
      <dgm:prSet/>
      <dgm:spPr/>
      <dgm:t>
        <a:bodyPr/>
        <a:lstStyle/>
        <a:p>
          <a:endParaRPr lang="en-US"/>
        </a:p>
      </dgm:t>
    </dgm:pt>
    <dgm:pt modelId="{5DD62595-440A-4F1B-8290-13F1EF72A9EC}" type="pres">
      <dgm:prSet presAssocID="{6F197E5A-416C-4438-901B-7ABABB7B8410}" presName="root" presStyleCnt="0">
        <dgm:presLayoutVars>
          <dgm:dir/>
          <dgm:resizeHandles val="exact"/>
        </dgm:presLayoutVars>
      </dgm:prSet>
      <dgm:spPr/>
    </dgm:pt>
    <dgm:pt modelId="{76CCD524-D13C-4C2D-A4A2-5B90ECEF3D76}" type="pres">
      <dgm:prSet presAssocID="{C6F1189C-A81F-49E2-AD2A-50F011C985DB}" presName="compNode" presStyleCnt="0"/>
      <dgm:spPr/>
    </dgm:pt>
    <dgm:pt modelId="{A08BD5CD-C403-440E-BD15-BEF3A1BA7A06}" type="pres">
      <dgm:prSet presAssocID="{C6F1189C-A81F-49E2-AD2A-50F011C985DB}" presName="iconBgRect" presStyleLbl="bgShp" presStyleIdx="0" presStyleCnt="7"/>
      <dgm:spPr/>
    </dgm:pt>
    <dgm:pt modelId="{C09226BE-6FAC-4283-B610-F2F6AD4C8668}" type="pres">
      <dgm:prSet presAssocID="{C6F1189C-A81F-49E2-AD2A-50F011C985D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5E234CE3-FB10-4B4C-AD35-7AEE1B34E675}" type="pres">
      <dgm:prSet presAssocID="{C6F1189C-A81F-49E2-AD2A-50F011C985DB}" presName="spaceRect" presStyleCnt="0"/>
      <dgm:spPr/>
    </dgm:pt>
    <dgm:pt modelId="{7EF8914A-EB4B-4D6B-A570-199A78C8C632}" type="pres">
      <dgm:prSet presAssocID="{C6F1189C-A81F-49E2-AD2A-50F011C985DB}" presName="textRect" presStyleLbl="revTx" presStyleIdx="0" presStyleCnt="7">
        <dgm:presLayoutVars>
          <dgm:chMax val="1"/>
          <dgm:chPref val="1"/>
        </dgm:presLayoutVars>
      </dgm:prSet>
      <dgm:spPr/>
    </dgm:pt>
    <dgm:pt modelId="{5E87966F-3A5C-495D-8DDE-E82DFF0F26A1}" type="pres">
      <dgm:prSet presAssocID="{7D0B6FC1-81B0-4E09-95E3-58E87E26E43D}" presName="sibTrans" presStyleCnt="0"/>
      <dgm:spPr/>
    </dgm:pt>
    <dgm:pt modelId="{87B8B77D-1215-4764-AECC-9C05085CBA83}" type="pres">
      <dgm:prSet presAssocID="{939F44D2-D734-493F-B942-84C0EF87A3C5}" presName="compNode" presStyleCnt="0"/>
      <dgm:spPr/>
    </dgm:pt>
    <dgm:pt modelId="{3BF7B70A-420B-4B7C-B2E8-869B30ECEBDF}" type="pres">
      <dgm:prSet presAssocID="{939F44D2-D734-493F-B942-84C0EF87A3C5}" presName="iconBgRect" presStyleLbl="bgShp" presStyleIdx="1" presStyleCnt="7"/>
      <dgm:spPr/>
    </dgm:pt>
    <dgm:pt modelId="{E667EC1B-2F6D-4EC9-B2D4-44CE43D57D5D}" type="pres">
      <dgm:prSet presAssocID="{939F44D2-D734-493F-B942-84C0EF87A3C5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2A1AE3D-2C4F-4FDD-B5E9-15D88B1FB896}" type="pres">
      <dgm:prSet presAssocID="{939F44D2-D734-493F-B942-84C0EF87A3C5}" presName="spaceRect" presStyleCnt="0"/>
      <dgm:spPr/>
    </dgm:pt>
    <dgm:pt modelId="{16067934-ECAD-4C7E-88F4-F91BA310BF9B}" type="pres">
      <dgm:prSet presAssocID="{939F44D2-D734-493F-B942-84C0EF87A3C5}" presName="textRect" presStyleLbl="revTx" presStyleIdx="1" presStyleCnt="7">
        <dgm:presLayoutVars>
          <dgm:chMax val="1"/>
          <dgm:chPref val="1"/>
        </dgm:presLayoutVars>
      </dgm:prSet>
      <dgm:spPr/>
    </dgm:pt>
    <dgm:pt modelId="{47FF470D-B79A-4182-B332-838812FCBDB4}" type="pres">
      <dgm:prSet presAssocID="{14B7DA2F-5127-448F-822F-2CB17B0E428B}" presName="sibTrans" presStyleCnt="0"/>
      <dgm:spPr/>
    </dgm:pt>
    <dgm:pt modelId="{2D25519F-0148-44B9-A491-D4456E88D534}" type="pres">
      <dgm:prSet presAssocID="{84FABFB4-CAFD-4C24-9F5B-A61F7F914538}" presName="compNode" presStyleCnt="0"/>
      <dgm:spPr/>
    </dgm:pt>
    <dgm:pt modelId="{10F19E6C-C9D8-471A-8936-0AAC962B0600}" type="pres">
      <dgm:prSet presAssocID="{84FABFB4-CAFD-4C24-9F5B-A61F7F914538}" presName="iconBgRect" presStyleLbl="bgShp" presStyleIdx="2" presStyleCnt="7"/>
      <dgm:spPr/>
    </dgm:pt>
    <dgm:pt modelId="{8FD48F06-1D17-4575-B652-61B7F4D56206}" type="pres">
      <dgm:prSet presAssocID="{84FABFB4-CAFD-4C24-9F5B-A61F7F91453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C63881CD-8061-4D70-B9C5-A73357CDF9CC}" type="pres">
      <dgm:prSet presAssocID="{84FABFB4-CAFD-4C24-9F5B-A61F7F914538}" presName="spaceRect" presStyleCnt="0"/>
      <dgm:spPr/>
    </dgm:pt>
    <dgm:pt modelId="{FE1ACF11-DDDC-480B-A103-DB15C23B92E3}" type="pres">
      <dgm:prSet presAssocID="{84FABFB4-CAFD-4C24-9F5B-A61F7F914538}" presName="textRect" presStyleLbl="revTx" presStyleIdx="2" presStyleCnt="7">
        <dgm:presLayoutVars>
          <dgm:chMax val="1"/>
          <dgm:chPref val="1"/>
        </dgm:presLayoutVars>
      </dgm:prSet>
      <dgm:spPr/>
    </dgm:pt>
    <dgm:pt modelId="{4AF094C3-8AFC-4A10-9111-F9D1D95D4A02}" type="pres">
      <dgm:prSet presAssocID="{F0BAE174-02B1-4C35-B465-E9E98F592173}" presName="sibTrans" presStyleCnt="0"/>
      <dgm:spPr/>
    </dgm:pt>
    <dgm:pt modelId="{32E577C5-025F-4C86-9DB1-A1D1FC1CE5B0}" type="pres">
      <dgm:prSet presAssocID="{9BFD2D1A-CA89-4A6C-8589-C8A426F1F72D}" presName="compNode" presStyleCnt="0"/>
      <dgm:spPr/>
    </dgm:pt>
    <dgm:pt modelId="{18DBE2D2-AD0C-48BA-9508-5A24C355A642}" type="pres">
      <dgm:prSet presAssocID="{9BFD2D1A-CA89-4A6C-8589-C8A426F1F72D}" presName="iconBgRect" presStyleLbl="bgShp" presStyleIdx="3" presStyleCnt="7"/>
      <dgm:spPr/>
    </dgm:pt>
    <dgm:pt modelId="{6E56DFB7-A9BA-4863-BE2A-1DD85622561B}" type="pres">
      <dgm:prSet presAssocID="{9BFD2D1A-CA89-4A6C-8589-C8A426F1F72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8019012-0747-400D-8522-40079778F724}" type="pres">
      <dgm:prSet presAssocID="{9BFD2D1A-CA89-4A6C-8589-C8A426F1F72D}" presName="spaceRect" presStyleCnt="0"/>
      <dgm:spPr/>
    </dgm:pt>
    <dgm:pt modelId="{7C1BE2DC-7F7C-4DD5-A0FC-60B622A18133}" type="pres">
      <dgm:prSet presAssocID="{9BFD2D1A-CA89-4A6C-8589-C8A426F1F72D}" presName="textRect" presStyleLbl="revTx" presStyleIdx="3" presStyleCnt="7">
        <dgm:presLayoutVars>
          <dgm:chMax val="1"/>
          <dgm:chPref val="1"/>
        </dgm:presLayoutVars>
      </dgm:prSet>
      <dgm:spPr/>
    </dgm:pt>
    <dgm:pt modelId="{1EA25103-0EDC-431A-8F22-28F24A94B124}" type="pres">
      <dgm:prSet presAssocID="{6DC580E5-F340-43AC-B03B-CCCBAF2826A6}" presName="sibTrans" presStyleCnt="0"/>
      <dgm:spPr/>
    </dgm:pt>
    <dgm:pt modelId="{9FD4DDE4-43D9-461C-8E49-38158935C441}" type="pres">
      <dgm:prSet presAssocID="{9D0B998C-B16B-451D-9544-71C682E73954}" presName="compNode" presStyleCnt="0"/>
      <dgm:spPr/>
    </dgm:pt>
    <dgm:pt modelId="{F05D73BE-5A7B-44F5-B828-CE538D1A23E3}" type="pres">
      <dgm:prSet presAssocID="{9D0B998C-B16B-451D-9544-71C682E73954}" presName="iconBgRect" presStyleLbl="bgShp" presStyleIdx="4" presStyleCnt="7"/>
      <dgm:spPr/>
    </dgm:pt>
    <dgm:pt modelId="{3248CF68-9204-4056-9DA7-9CB56C1D49BE}" type="pres">
      <dgm:prSet presAssocID="{9D0B998C-B16B-451D-9544-71C682E7395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EF6468-07DF-42FF-9649-3E5BCBAF705C}" type="pres">
      <dgm:prSet presAssocID="{9D0B998C-B16B-451D-9544-71C682E73954}" presName="spaceRect" presStyleCnt="0"/>
      <dgm:spPr/>
    </dgm:pt>
    <dgm:pt modelId="{93E7EC35-58B8-43E3-88A5-200463C53715}" type="pres">
      <dgm:prSet presAssocID="{9D0B998C-B16B-451D-9544-71C682E73954}" presName="textRect" presStyleLbl="revTx" presStyleIdx="4" presStyleCnt="7">
        <dgm:presLayoutVars>
          <dgm:chMax val="1"/>
          <dgm:chPref val="1"/>
        </dgm:presLayoutVars>
      </dgm:prSet>
      <dgm:spPr/>
    </dgm:pt>
    <dgm:pt modelId="{47573DB3-CFD1-4670-BD43-7C51EF65628D}" type="pres">
      <dgm:prSet presAssocID="{35308C34-44BE-4F80-82AD-839E6D2E2719}" presName="sibTrans" presStyleCnt="0"/>
      <dgm:spPr/>
    </dgm:pt>
    <dgm:pt modelId="{26B4A04A-5CBB-4DF2-9EA6-6983FE545E3A}" type="pres">
      <dgm:prSet presAssocID="{8325D5AC-0953-4C58-83F5-48DAD0C56539}" presName="compNode" presStyleCnt="0"/>
      <dgm:spPr/>
    </dgm:pt>
    <dgm:pt modelId="{73ACB14C-BC61-412A-AC9C-28D2ED375F6B}" type="pres">
      <dgm:prSet presAssocID="{8325D5AC-0953-4C58-83F5-48DAD0C56539}" presName="iconBgRect" presStyleLbl="bgShp" presStyleIdx="5" presStyleCnt="7"/>
      <dgm:spPr/>
    </dgm:pt>
    <dgm:pt modelId="{FDEB4D5B-A789-46B2-8019-526B72DA8D73}" type="pres">
      <dgm:prSet presAssocID="{8325D5AC-0953-4C58-83F5-48DAD0C5653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E802DD0E-B08F-4E80-B788-A09DAF56E48E}" type="pres">
      <dgm:prSet presAssocID="{8325D5AC-0953-4C58-83F5-48DAD0C56539}" presName="spaceRect" presStyleCnt="0"/>
      <dgm:spPr/>
    </dgm:pt>
    <dgm:pt modelId="{C7C37C11-6657-4A5B-ACDE-E654F8584422}" type="pres">
      <dgm:prSet presAssocID="{8325D5AC-0953-4C58-83F5-48DAD0C56539}" presName="textRect" presStyleLbl="revTx" presStyleIdx="5" presStyleCnt="7">
        <dgm:presLayoutVars>
          <dgm:chMax val="1"/>
          <dgm:chPref val="1"/>
        </dgm:presLayoutVars>
      </dgm:prSet>
      <dgm:spPr/>
    </dgm:pt>
    <dgm:pt modelId="{061AEC8E-43FD-4CC7-810E-C1A07402491B}" type="pres">
      <dgm:prSet presAssocID="{73208BDF-CC86-4DAF-B14B-7507EA66D06F}" presName="sibTrans" presStyleCnt="0"/>
      <dgm:spPr/>
    </dgm:pt>
    <dgm:pt modelId="{E1072ECF-2E93-4542-98DE-3FCE2AF68EEC}" type="pres">
      <dgm:prSet presAssocID="{99277727-ECC1-4ACC-B151-DAEB2A6338E6}" presName="compNode" presStyleCnt="0"/>
      <dgm:spPr/>
    </dgm:pt>
    <dgm:pt modelId="{1C86B2D0-5FBF-4767-97BA-31449B0684CE}" type="pres">
      <dgm:prSet presAssocID="{99277727-ECC1-4ACC-B151-DAEB2A6338E6}" presName="iconBgRect" presStyleLbl="bgShp" presStyleIdx="6" presStyleCnt="7"/>
      <dgm:spPr/>
    </dgm:pt>
    <dgm:pt modelId="{FCEAC39E-431B-4D0B-91CC-5C7A966C0A84}" type="pres">
      <dgm:prSet presAssocID="{99277727-ECC1-4ACC-B151-DAEB2A6338E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commerce"/>
        </a:ext>
      </dgm:extLst>
    </dgm:pt>
    <dgm:pt modelId="{B32D5C9A-1162-43D1-A75A-EEB8E3B932CD}" type="pres">
      <dgm:prSet presAssocID="{99277727-ECC1-4ACC-B151-DAEB2A6338E6}" presName="spaceRect" presStyleCnt="0"/>
      <dgm:spPr/>
    </dgm:pt>
    <dgm:pt modelId="{C458E430-1432-40BD-AFF5-E81ADB072266}" type="pres">
      <dgm:prSet presAssocID="{99277727-ECC1-4ACC-B151-DAEB2A6338E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A9EF020-6DED-41AC-BEDC-91BAC570C49F}" type="presOf" srcId="{6F197E5A-416C-4438-901B-7ABABB7B8410}" destId="{5DD62595-440A-4F1B-8290-13F1EF72A9EC}" srcOrd="0" destOrd="0" presId="urn:microsoft.com/office/officeart/2018/5/layout/IconCircleLabelList"/>
    <dgm:cxn modelId="{1A9CCE22-86C3-4672-9BBE-C29C9E2C2CA0}" srcId="{6F197E5A-416C-4438-901B-7ABABB7B8410}" destId="{99277727-ECC1-4ACC-B151-DAEB2A6338E6}" srcOrd="6" destOrd="0" parTransId="{573A2927-7501-40D4-BC42-B1A825896E08}" sibTransId="{10434AD9-8FFE-48D3-9A7B-1B78A390C868}"/>
    <dgm:cxn modelId="{2ABE3A2D-4F15-416F-BD75-DE82082C861A}" srcId="{6F197E5A-416C-4438-901B-7ABABB7B8410}" destId="{939F44D2-D734-493F-B942-84C0EF87A3C5}" srcOrd="1" destOrd="0" parTransId="{C880C018-ED56-4269-9062-F4C108AC5E50}" sibTransId="{14B7DA2F-5127-448F-822F-2CB17B0E428B}"/>
    <dgm:cxn modelId="{D5AB3368-6377-4AC0-B3BB-A010BB7C5873}" type="presOf" srcId="{8325D5AC-0953-4C58-83F5-48DAD0C56539}" destId="{C7C37C11-6657-4A5B-ACDE-E654F8584422}" srcOrd="0" destOrd="0" presId="urn:microsoft.com/office/officeart/2018/5/layout/IconCircleLabelList"/>
    <dgm:cxn modelId="{57BF4C6E-3DAE-4BE6-AB2B-E4516036C849}" srcId="{6F197E5A-416C-4438-901B-7ABABB7B8410}" destId="{9BFD2D1A-CA89-4A6C-8589-C8A426F1F72D}" srcOrd="3" destOrd="0" parTransId="{99D2DBD2-37C4-455A-9C9E-ACCBC684F73B}" sibTransId="{6DC580E5-F340-43AC-B03B-CCCBAF2826A6}"/>
    <dgm:cxn modelId="{5ED0136F-CBD8-4A50-A47A-BCF53FDA4028}" srcId="{6F197E5A-416C-4438-901B-7ABABB7B8410}" destId="{8325D5AC-0953-4C58-83F5-48DAD0C56539}" srcOrd="5" destOrd="0" parTransId="{DFCFFBDF-FFC8-4071-95DC-155081ADDD0A}" sibTransId="{73208BDF-CC86-4DAF-B14B-7507EA66D06F}"/>
    <dgm:cxn modelId="{89734959-A747-455D-828E-19CD7746A574}" srcId="{6F197E5A-416C-4438-901B-7ABABB7B8410}" destId="{9D0B998C-B16B-451D-9544-71C682E73954}" srcOrd="4" destOrd="0" parTransId="{3BEDDAE0-27EE-4948-913B-678C963721C0}" sibTransId="{35308C34-44BE-4F80-82AD-839E6D2E2719}"/>
    <dgm:cxn modelId="{8C1CEE86-50D4-477A-9543-B425A32824A4}" type="presOf" srcId="{99277727-ECC1-4ACC-B151-DAEB2A6338E6}" destId="{C458E430-1432-40BD-AFF5-E81ADB072266}" srcOrd="0" destOrd="0" presId="urn:microsoft.com/office/officeart/2018/5/layout/IconCircleLabelList"/>
    <dgm:cxn modelId="{75FE858F-32EF-4D64-BBE6-D0C6324D0DCB}" type="presOf" srcId="{C6F1189C-A81F-49E2-AD2A-50F011C985DB}" destId="{7EF8914A-EB4B-4D6B-A570-199A78C8C632}" srcOrd="0" destOrd="0" presId="urn:microsoft.com/office/officeart/2018/5/layout/IconCircleLabelList"/>
    <dgm:cxn modelId="{78394CBC-26B0-4319-B25E-D1B8AE30D514}" srcId="{6F197E5A-416C-4438-901B-7ABABB7B8410}" destId="{84FABFB4-CAFD-4C24-9F5B-A61F7F914538}" srcOrd="2" destOrd="0" parTransId="{F1CDE63E-D86F-4D63-AE4A-D7EDFE156818}" sibTransId="{F0BAE174-02B1-4C35-B465-E9E98F592173}"/>
    <dgm:cxn modelId="{BD3045BF-B556-4655-9B8F-953EFF55B6AD}" type="presOf" srcId="{9BFD2D1A-CA89-4A6C-8589-C8A426F1F72D}" destId="{7C1BE2DC-7F7C-4DD5-A0FC-60B622A18133}" srcOrd="0" destOrd="0" presId="urn:microsoft.com/office/officeart/2018/5/layout/IconCircleLabelList"/>
    <dgm:cxn modelId="{4031ABC6-BE30-43A1-BE94-0FEA96A2A290}" type="presOf" srcId="{9D0B998C-B16B-451D-9544-71C682E73954}" destId="{93E7EC35-58B8-43E3-88A5-200463C53715}" srcOrd="0" destOrd="0" presId="urn:microsoft.com/office/officeart/2018/5/layout/IconCircleLabelList"/>
    <dgm:cxn modelId="{F53C1EEA-F83A-4147-8020-E90BD84A530F}" srcId="{6F197E5A-416C-4438-901B-7ABABB7B8410}" destId="{C6F1189C-A81F-49E2-AD2A-50F011C985DB}" srcOrd="0" destOrd="0" parTransId="{3F74CD47-450B-4DAF-96F2-9C5C0A30FFC5}" sibTransId="{7D0B6FC1-81B0-4E09-95E3-58E87E26E43D}"/>
    <dgm:cxn modelId="{181EEDF8-77A3-4022-AFCD-09B2D84B2F64}" type="presOf" srcId="{939F44D2-D734-493F-B942-84C0EF87A3C5}" destId="{16067934-ECAD-4C7E-88F4-F91BA310BF9B}" srcOrd="0" destOrd="0" presId="urn:microsoft.com/office/officeart/2018/5/layout/IconCircleLabelList"/>
    <dgm:cxn modelId="{6F2C88FA-C2BD-4AE5-AF90-4DCDCC650F3E}" type="presOf" srcId="{84FABFB4-CAFD-4C24-9F5B-A61F7F914538}" destId="{FE1ACF11-DDDC-480B-A103-DB15C23B92E3}" srcOrd="0" destOrd="0" presId="urn:microsoft.com/office/officeart/2018/5/layout/IconCircleLabelList"/>
    <dgm:cxn modelId="{A25FB980-7574-44C7-B0B0-3A2B46856B19}" type="presParOf" srcId="{5DD62595-440A-4F1B-8290-13F1EF72A9EC}" destId="{76CCD524-D13C-4C2D-A4A2-5B90ECEF3D76}" srcOrd="0" destOrd="0" presId="urn:microsoft.com/office/officeart/2018/5/layout/IconCircleLabelList"/>
    <dgm:cxn modelId="{751A7D54-23F2-4EFC-83C4-91BDE39CCE67}" type="presParOf" srcId="{76CCD524-D13C-4C2D-A4A2-5B90ECEF3D76}" destId="{A08BD5CD-C403-440E-BD15-BEF3A1BA7A06}" srcOrd="0" destOrd="0" presId="urn:microsoft.com/office/officeart/2018/5/layout/IconCircleLabelList"/>
    <dgm:cxn modelId="{6087B21B-0B1F-4F12-88E0-364E0C6D738E}" type="presParOf" srcId="{76CCD524-D13C-4C2D-A4A2-5B90ECEF3D76}" destId="{C09226BE-6FAC-4283-B610-F2F6AD4C8668}" srcOrd="1" destOrd="0" presId="urn:microsoft.com/office/officeart/2018/5/layout/IconCircleLabelList"/>
    <dgm:cxn modelId="{BC488DD0-8D46-43FC-8931-DC653A066FDA}" type="presParOf" srcId="{76CCD524-D13C-4C2D-A4A2-5B90ECEF3D76}" destId="{5E234CE3-FB10-4B4C-AD35-7AEE1B34E675}" srcOrd="2" destOrd="0" presId="urn:microsoft.com/office/officeart/2018/5/layout/IconCircleLabelList"/>
    <dgm:cxn modelId="{DED013ED-A58F-40F0-85A9-B6D2C762F11A}" type="presParOf" srcId="{76CCD524-D13C-4C2D-A4A2-5B90ECEF3D76}" destId="{7EF8914A-EB4B-4D6B-A570-199A78C8C632}" srcOrd="3" destOrd="0" presId="urn:microsoft.com/office/officeart/2018/5/layout/IconCircleLabelList"/>
    <dgm:cxn modelId="{51192C23-7611-45DA-9EF8-62713847ACB3}" type="presParOf" srcId="{5DD62595-440A-4F1B-8290-13F1EF72A9EC}" destId="{5E87966F-3A5C-495D-8DDE-E82DFF0F26A1}" srcOrd="1" destOrd="0" presId="urn:microsoft.com/office/officeart/2018/5/layout/IconCircleLabelList"/>
    <dgm:cxn modelId="{D13A36DE-8F4B-461E-B110-124B43D354AD}" type="presParOf" srcId="{5DD62595-440A-4F1B-8290-13F1EF72A9EC}" destId="{87B8B77D-1215-4764-AECC-9C05085CBA83}" srcOrd="2" destOrd="0" presId="urn:microsoft.com/office/officeart/2018/5/layout/IconCircleLabelList"/>
    <dgm:cxn modelId="{0EBA567F-D926-4457-9712-FE1B689C23B0}" type="presParOf" srcId="{87B8B77D-1215-4764-AECC-9C05085CBA83}" destId="{3BF7B70A-420B-4B7C-B2E8-869B30ECEBDF}" srcOrd="0" destOrd="0" presId="urn:microsoft.com/office/officeart/2018/5/layout/IconCircleLabelList"/>
    <dgm:cxn modelId="{C3E56815-8C78-4590-997E-A5C34D9A8921}" type="presParOf" srcId="{87B8B77D-1215-4764-AECC-9C05085CBA83}" destId="{E667EC1B-2F6D-4EC9-B2D4-44CE43D57D5D}" srcOrd="1" destOrd="0" presId="urn:microsoft.com/office/officeart/2018/5/layout/IconCircleLabelList"/>
    <dgm:cxn modelId="{0F0FFC00-C785-4750-9D0B-ABD075730CCA}" type="presParOf" srcId="{87B8B77D-1215-4764-AECC-9C05085CBA83}" destId="{12A1AE3D-2C4F-4FDD-B5E9-15D88B1FB896}" srcOrd="2" destOrd="0" presId="urn:microsoft.com/office/officeart/2018/5/layout/IconCircleLabelList"/>
    <dgm:cxn modelId="{048A350E-0F08-46ED-B2E6-3EAFD6EE52B8}" type="presParOf" srcId="{87B8B77D-1215-4764-AECC-9C05085CBA83}" destId="{16067934-ECAD-4C7E-88F4-F91BA310BF9B}" srcOrd="3" destOrd="0" presId="urn:microsoft.com/office/officeart/2018/5/layout/IconCircleLabelList"/>
    <dgm:cxn modelId="{A023077A-A2CE-429F-B162-47A97AE789B2}" type="presParOf" srcId="{5DD62595-440A-4F1B-8290-13F1EF72A9EC}" destId="{47FF470D-B79A-4182-B332-838812FCBDB4}" srcOrd="3" destOrd="0" presId="urn:microsoft.com/office/officeart/2018/5/layout/IconCircleLabelList"/>
    <dgm:cxn modelId="{293E13E2-96B7-404B-B258-5FFD537B2FD3}" type="presParOf" srcId="{5DD62595-440A-4F1B-8290-13F1EF72A9EC}" destId="{2D25519F-0148-44B9-A491-D4456E88D534}" srcOrd="4" destOrd="0" presId="urn:microsoft.com/office/officeart/2018/5/layout/IconCircleLabelList"/>
    <dgm:cxn modelId="{287CA6E8-0F27-4125-88FE-BF689DE9EAB3}" type="presParOf" srcId="{2D25519F-0148-44B9-A491-D4456E88D534}" destId="{10F19E6C-C9D8-471A-8936-0AAC962B0600}" srcOrd="0" destOrd="0" presId="urn:microsoft.com/office/officeart/2018/5/layout/IconCircleLabelList"/>
    <dgm:cxn modelId="{93EA0BFC-BD49-4EBB-9E17-507CE3FBC58D}" type="presParOf" srcId="{2D25519F-0148-44B9-A491-D4456E88D534}" destId="{8FD48F06-1D17-4575-B652-61B7F4D56206}" srcOrd="1" destOrd="0" presId="urn:microsoft.com/office/officeart/2018/5/layout/IconCircleLabelList"/>
    <dgm:cxn modelId="{84EC38C1-6DCA-4D5B-8935-8DA048839436}" type="presParOf" srcId="{2D25519F-0148-44B9-A491-D4456E88D534}" destId="{C63881CD-8061-4D70-B9C5-A73357CDF9CC}" srcOrd="2" destOrd="0" presId="urn:microsoft.com/office/officeart/2018/5/layout/IconCircleLabelList"/>
    <dgm:cxn modelId="{DA8E7880-658C-4EA3-AA63-056694066628}" type="presParOf" srcId="{2D25519F-0148-44B9-A491-D4456E88D534}" destId="{FE1ACF11-DDDC-480B-A103-DB15C23B92E3}" srcOrd="3" destOrd="0" presId="urn:microsoft.com/office/officeart/2018/5/layout/IconCircleLabelList"/>
    <dgm:cxn modelId="{E3D00C99-5D51-4F8A-98F9-9BF598A043C6}" type="presParOf" srcId="{5DD62595-440A-4F1B-8290-13F1EF72A9EC}" destId="{4AF094C3-8AFC-4A10-9111-F9D1D95D4A02}" srcOrd="5" destOrd="0" presId="urn:microsoft.com/office/officeart/2018/5/layout/IconCircleLabelList"/>
    <dgm:cxn modelId="{DC204CF9-5CFE-4018-8B5F-2E5470B0E6C5}" type="presParOf" srcId="{5DD62595-440A-4F1B-8290-13F1EF72A9EC}" destId="{32E577C5-025F-4C86-9DB1-A1D1FC1CE5B0}" srcOrd="6" destOrd="0" presId="urn:microsoft.com/office/officeart/2018/5/layout/IconCircleLabelList"/>
    <dgm:cxn modelId="{5F3EA9D0-DC14-4CCB-8397-5CD994A31EC5}" type="presParOf" srcId="{32E577C5-025F-4C86-9DB1-A1D1FC1CE5B0}" destId="{18DBE2D2-AD0C-48BA-9508-5A24C355A642}" srcOrd="0" destOrd="0" presId="urn:microsoft.com/office/officeart/2018/5/layout/IconCircleLabelList"/>
    <dgm:cxn modelId="{1DFACA60-5B45-4B6A-AFD5-3F185F2C0C70}" type="presParOf" srcId="{32E577C5-025F-4C86-9DB1-A1D1FC1CE5B0}" destId="{6E56DFB7-A9BA-4863-BE2A-1DD85622561B}" srcOrd="1" destOrd="0" presId="urn:microsoft.com/office/officeart/2018/5/layout/IconCircleLabelList"/>
    <dgm:cxn modelId="{8E49CA53-AC08-4C27-9307-370D86D8842A}" type="presParOf" srcId="{32E577C5-025F-4C86-9DB1-A1D1FC1CE5B0}" destId="{08019012-0747-400D-8522-40079778F724}" srcOrd="2" destOrd="0" presId="urn:microsoft.com/office/officeart/2018/5/layout/IconCircleLabelList"/>
    <dgm:cxn modelId="{CFA08ACD-BE1A-402B-B7DF-B40EF0EA1DA4}" type="presParOf" srcId="{32E577C5-025F-4C86-9DB1-A1D1FC1CE5B0}" destId="{7C1BE2DC-7F7C-4DD5-A0FC-60B622A18133}" srcOrd="3" destOrd="0" presId="urn:microsoft.com/office/officeart/2018/5/layout/IconCircleLabelList"/>
    <dgm:cxn modelId="{FCB433C1-1167-48E9-BDE2-2D666E1DBA11}" type="presParOf" srcId="{5DD62595-440A-4F1B-8290-13F1EF72A9EC}" destId="{1EA25103-0EDC-431A-8F22-28F24A94B124}" srcOrd="7" destOrd="0" presId="urn:microsoft.com/office/officeart/2018/5/layout/IconCircleLabelList"/>
    <dgm:cxn modelId="{CC2DA069-B22C-40B6-82C9-A22EF3A0E87D}" type="presParOf" srcId="{5DD62595-440A-4F1B-8290-13F1EF72A9EC}" destId="{9FD4DDE4-43D9-461C-8E49-38158935C441}" srcOrd="8" destOrd="0" presId="urn:microsoft.com/office/officeart/2018/5/layout/IconCircleLabelList"/>
    <dgm:cxn modelId="{7926CEE8-77A8-407C-830D-050B000FABB2}" type="presParOf" srcId="{9FD4DDE4-43D9-461C-8E49-38158935C441}" destId="{F05D73BE-5A7B-44F5-B828-CE538D1A23E3}" srcOrd="0" destOrd="0" presId="urn:microsoft.com/office/officeart/2018/5/layout/IconCircleLabelList"/>
    <dgm:cxn modelId="{76BD311E-A7CD-45DF-BA79-E1FFC43A7BB4}" type="presParOf" srcId="{9FD4DDE4-43D9-461C-8E49-38158935C441}" destId="{3248CF68-9204-4056-9DA7-9CB56C1D49BE}" srcOrd="1" destOrd="0" presId="urn:microsoft.com/office/officeart/2018/5/layout/IconCircleLabelList"/>
    <dgm:cxn modelId="{304CB38E-9FF4-4D4B-A8CD-0CBDC009B5AC}" type="presParOf" srcId="{9FD4DDE4-43D9-461C-8E49-38158935C441}" destId="{EAEF6468-07DF-42FF-9649-3E5BCBAF705C}" srcOrd="2" destOrd="0" presId="urn:microsoft.com/office/officeart/2018/5/layout/IconCircleLabelList"/>
    <dgm:cxn modelId="{37BAD939-E1C2-4E5B-9BFF-EAB5EE53D973}" type="presParOf" srcId="{9FD4DDE4-43D9-461C-8E49-38158935C441}" destId="{93E7EC35-58B8-43E3-88A5-200463C53715}" srcOrd="3" destOrd="0" presId="urn:microsoft.com/office/officeart/2018/5/layout/IconCircleLabelList"/>
    <dgm:cxn modelId="{51507CBF-1AF6-4E03-8C77-7D371D026962}" type="presParOf" srcId="{5DD62595-440A-4F1B-8290-13F1EF72A9EC}" destId="{47573DB3-CFD1-4670-BD43-7C51EF65628D}" srcOrd="9" destOrd="0" presId="urn:microsoft.com/office/officeart/2018/5/layout/IconCircleLabelList"/>
    <dgm:cxn modelId="{76F0E715-D80F-43DA-9A6D-1B9EC8279464}" type="presParOf" srcId="{5DD62595-440A-4F1B-8290-13F1EF72A9EC}" destId="{26B4A04A-5CBB-4DF2-9EA6-6983FE545E3A}" srcOrd="10" destOrd="0" presId="urn:microsoft.com/office/officeart/2018/5/layout/IconCircleLabelList"/>
    <dgm:cxn modelId="{359031C1-21B3-4F79-B3A2-31A93E99AECC}" type="presParOf" srcId="{26B4A04A-5CBB-4DF2-9EA6-6983FE545E3A}" destId="{73ACB14C-BC61-412A-AC9C-28D2ED375F6B}" srcOrd="0" destOrd="0" presId="urn:microsoft.com/office/officeart/2018/5/layout/IconCircleLabelList"/>
    <dgm:cxn modelId="{B9D62A22-DBB8-45A8-838C-2FB7340D97AA}" type="presParOf" srcId="{26B4A04A-5CBB-4DF2-9EA6-6983FE545E3A}" destId="{FDEB4D5B-A789-46B2-8019-526B72DA8D73}" srcOrd="1" destOrd="0" presId="urn:microsoft.com/office/officeart/2018/5/layout/IconCircleLabelList"/>
    <dgm:cxn modelId="{9492AB85-CBB2-46FD-A82C-B21623E9C147}" type="presParOf" srcId="{26B4A04A-5CBB-4DF2-9EA6-6983FE545E3A}" destId="{E802DD0E-B08F-4E80-B788-A09DAF56E48E}" srcOrd="2" destOrd="0" presId="urn:microsoft.com/office/officeart/2018/5/layout/IconCircleLabelList"/>
    <dgm:cxn modelId="{D953BF72-E901-4479-9AA2-F3C377BAFC32}" type="presParOf" srcId="{26B4A04A-5CBB-4DF2-9EA6-6983FE545E3A}" destId="{C7C37C11-6657-4A5B-ACDE-E654F8584422}" srcOrd="3" destOrd="0" presId="urn:microsoft.com/office/officeart/2018/5/layout/IconCircleLabelList"/>
    <dgm:cxn modelId="{49E2979F-E8C0-419B-948C-FD20C754C888}" type="presParOf" srcId="{5DD62595-440A-4F1B-8290-13F1EF72A9EC}" destId="{061AEC8E-43FD-4CC7-810E-C1A07402491B}" srcOrd="11" destOrd="0" presId="urn:microsoft.com/office/officeart/2018/5/layout/IconCircleLabelList"/>
    <dgm:cxn modelId="{3B537A03-8848-46E2-9698-99C8849C42F0}" type="presParOf" srcId="{5DD62595-440A-4F1B-8290-13F1EF72A9EC}" destId="{E1072ECF-2E93-4542-98DE-3FCE2AF68EEC}" srcOrd="12" destOrd="0" presId="urn:microsoft.com/office/officeart/2018/5/layout/IconCircleLabelList"/>
    <dgm:cxn modelId="{0D019D92-271D-40AD-8A3E-5031CF68720A}" type="presParOf" srcId="{E1072ECF-2E93-4542-98DE-3FCE2AF68EEC}" destId="{1C86B2D0-5FBF-4767-97BA-31449B0684CE}" srcOrd="0" destOrd="0" presId="urn:microsoft.com/office/officeart/2018/5/layout/IconCircleLabelList"/>
    <dgm:cxn modelId="{5629077A-1050-42E0-B1EE-31FB973F781A}" type="presParOf" srcId="{E1072ECF-2E93-4542-98DE-3FCE2AF68EEC}" destId="{FCEAC39E-431B-4D0B-91CC-5C7A966C0A84}" srcOrd="1" destOrd="0" presId="urn:microsoft.com/office/officeart/2018/5/layout/IconCircleLabelList"/>
    <dgm:cxn modelId="{7B2BF7B1-C158-4D7C-BA77-3DE38A428FC8}" type="presParOf" srcId="{E1072ECF-2E93-4542-98DE-3FCE2AF68EEC}" destId="{B32D5C9A-1162-43D1-A75A-EEB8E3B932CD}" srcOrd="2" destOrd="0" presId="urn:microsoft.com/office/officeart/2018/5/layout/IconCircleLabelList"/>
    <dgm:cxn modelId="{A289404A-CC2A-4A3C-801B-14C9D8E2B399}" type="presParOf" srcId="{E1072ECF-2E93-4542-98DE-3FCE2AF68EEC}" destId="{C458E430-1432-40BD-AFF5-E81ADB07226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900D67-2837-4D11-8177-7C96E81271A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180D49-3071-4A9B-816F-EFEDA9914A84}">
      <dgm:prSet custT="1"/>
      <dgm:spPr/>
      <dgm:t>
        <a:bodyPr/>
        <a:lstStyle/>
        <a:p>
          <a:r>
            <a:rPr lang="en-GB" sz="2400" b="1" dirty="0">
              <a:solidFill>
                <a:schemeClr val="accent4">
                  <a:lumMod val="50000"/>
                </a:schemeClr>
              </a:solidFill>
            </a:rPr>
            <a:t>Forge Classic</a:t>
          </a:r>
          <a:r>
            <a:rPr lang="en-GB" sz="24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dirty="0"/>
            <a:t>Speed-based scoring with leaderboards</a:t>
          </a:r>
          <a:endParaRPr lang="en-US" sz="2400" dirty="0"/>
        </a:p>
      </dgm:t>
    </dgm:pt>
    <dgm:pt modelId="{1E0706EB-B6D5-4E83-9438-BA7630C179AE}" type="parTrans" cxnId="{13B481EA-734C-4D0C-BDB5-2E87DEFDDC94}">
      <dgm:prSet/>
      <dgm:spPr/>
      <dgm:t>
        <a:bodyPr/>
        <a:lstStyle/>
        <a:p>
          <a:endParaRPr lang="en-US"/>
        </a:p>
      </dgm:t>
    </dgm:pt>
    <dgm:pt modelId="{66AC34F5-235A-429C-89AB-B965E06DD50B}" type="sibTrans" cxnId="{13B481EA-734C-4D0C-BDB5-2E87DEFDDC94}">
      <dgm:prSet/>
      <dgm:spPr/>
      <dgm:t>
        <a:bodyPr/>
        <a:lstStyle/>
        <a:p>
          <a:endParaRPr lang="en-US"/>
        </a:p>
      </dgm:t>
    </dgm:pt>
    <dgm:pt modelId="{5416694D-F50C-428A-B2C6-8CE0EE995564}">
      <dgm:prSet custT="1"/>
      <dgm:spPr/>
      <dgm:t>
        <a:bodyPr/>
        <a:lstStyle/>
        <a:p>
          <a:r>
            <a:rPr lang="en-GB" sz="2400" b="1" dirty="0">
              <a:solidFill>
                <a:schemeClr val="accent4">
                  <a:lumMod val="50000"/>
                </a:schemeClr>
              </a:solidFill>
            </a:rPr>
            <a:t>Treasure Forge</a:t>
          </a:r>
          <a:r>
            <a:rPr lang="en-GB" sz="24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dirty="0"/>
            <a:t>Chest-opening with gold rewards</a:t>
          </a:r>
          <a:endParaRPr lang="en-US" sz="2400" dirty="0"/>
        </a:p>
      </dgm:t>
    </dgm:pt>
    <dgm:pt modelId="{37A05EA8-5D18-4D12-919D-D5638C0FA57A}" type="parTrans" cxnId="{31905571-2A93-4B85-B75D-92C797D58D59}">
      <dgm:prSet/>
      <dgm:spPr/>
      <dgm:t>
        <a:bodyPr/>
        <a:lstStyle/>
        <a:p>
          <a:endParaRPr lang="en-US"/>
        </a:p>
      </dgm:t>
    </dgm:pt>
    <dgm:pt modelId="{5F504653-4F92-4669-8971-EB4A00404EEE}" type="sibTrans" cxnId="{31905571-2A93-4B85-B75D-92C797D58D59}">
      <dgm:prSet/>
      <dgm:spPr/>
      <dgm:t>
        <a:bodyPr/>
        <a:lstStyle/>
        <a:p>
          <a:endParaRPr lang="en-US"/>
        </a:p>
      </dgm:t>
    </dgm:pt>
    <dgm:pt modelId="{3FE0913E-743F-4E63-A4EB-4940C5C7BB14}">
      <dgm:prSet custT="1"/>
      <dgm:spPr/>
      <dgm:t>
        <a:bodyPr/>
        <a:lstStyle/>
        <a:p>
          <a:r>
            <a:rPr lang="en-GB" sz="2400" b="1" dirty="0">
              <a:solidFill>
                <a:schemeClr val="accent4">
                  <a:lumMod val="50000"/>
                </a:schemeClr>
              </a:solidFill>
            </a:rPr>
            <a:t>Bubbly Royale</a:t>
          </a:r>
          <a:r>
            <a:rPr lang="en-GB" sz="24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dirty="0"/>
            <a:t>Elimination-style survival. </a:t>
          </a:r>
          <a:endParaRPr lang="en-US" sz="2400" dirty="0"/>
        </a:p>
      </dgm:t>
    </dgm:pt>
    <dgm:pt modelId="{B092B572-08B5-4B6E-93D8-886BDCE38FE0}" type="parTrans" cxnId="{554B6987-D23D-46C3-8124-8D10BE3311BE}">
      <dgm:prSet/>
      <dgm:spPr/>
      <dgm:t>
        <a:bodyPr/>
        <a:lstStyle/>
        <a:p>
          <a:endParaRPr lang="en-US"/>
        </a:p>
      </dgm:t>
    </dgm:pt>
    <dgm:pt modelId="{E1E252C1-EF88-4BF2-B23A-89D083F7A3B6}" type="sibTrans" cxnId="{554B6987-D23D-46C3-8124-8D10BE3311BE}">
      <dgm:prSet/>
      <dgm:spPr/>
      <dgm:t>
        <a:bodyPr/>
        <a:lstStyle/>
        <a:p>
          <a:endParaRPr lang="en-US"/>
        </a:p>
      </dgm:t>
    </dgm:pt>
    <dgm:pt modelId="{FBD30E3B-9680-4302-ACEB-70D7FC2CB596}">
      <dgm:prSet custT="1"/>
      <dgm:spPr/>
      <dgm:t>
        <a:bodyPr/>
        <a:lstStyle/>
        <a:p>
          <a:r>
            <a:rPr lang="en-GB" sz="2000" dirty="0"/>
            <a:t>More modes coming after MVP. Makes quizzes exciting, not boring</a:t>
          </a:r>
          <a:endParaRPr lang="en-US" sz="2000" dirty="0"/>
        </a:p>
      </dgm:t>
    </dgm:pt>
    <dgm:pt modelId="{B722B276-9D6E-4F2E-B0AE-6FF6461C9440}" type="parTrans" cxnId="{E2A6EBAF-E89A-4B48-9E2D-0A7350D13D72}">
      <dgm:prSet/>
      <dgm:spPr/>
      <dgm:t>
        <a:bodyPr/>
        <a:lstStyle/>
        <a:p>
          <a:endParaRPr lang="en-US"/>
        </a:p>
      </dgm:t>
    </dgm:pt>
    <dgm:pt modelId="{6BDA3BE1-4A9C-40D9-94AB-71FF304F7C83}" type="sibTrans" cxnId="{E2A6EBAF-E89A-4B48-9E2D-0A7350D13D72}">
      <dgm:prSet/>
      <dgm:spPr/>
      <dgm:t>
        <a:bodyPr/>
        <a:lstStyle/>
        <a:p>
          <a:endParaRPr lang="en-US"/>
        </a:p>
      </dgm:t>
    </dgm:pt>
    <dgm:pt modelId="{B86524D6-9CD5-4F9E-BB87-8A3BF2E89CA7}" type="pres">
      <dgm:prSet presAssocID="{37900D67-2837-4D11-8177-7C96E81271AD}" presName="diagram" presStyleCnt="0">
        <dgm:presLayoutVars>
          <dgm:dir/>
          <dgm:resizeHandles val="exact"/>
        </dgm:presLayoutVars>
      </dgm:prSet>
      <dgm:spPr/>
    </dgm:pt>
    <dgm:pt modelId="{28CEF3F9-91DA-4A6E-B899-74BD85184F3A}" type="pres">
      <dgm:prSet presAssocID="{7C180D49-3071-4A9B-816F-EFEDA9914A84}" presName="node" presStyleLbl="node1" presStyleIdx="0" presStyleCnt="4">
        <dgm:presLayoutVars>
          <dgm:bulletEnabled val="1"/>
        </dgm:presLayoutVars>
      </dgm:prSet>
      <dgm:spPr/>
    </dgm:pt>
    <dgm:pt modelId="{681091DE-2DCA-4D4B-988B-6DE32C38B781}" type="pres">
      <dgm:prSet presAssocID="{66AC34F5-235A-429C-89AB-B965E06DD50B}" presName="sibTrans" presStyleCnt="0"/>
      <dgm:spPr/>
    </dgm:pt>
    <dgm:pt modelId="{207C43E7-F78B-4562-974F-37012DBB3035}" type="pres">
      <dgm:prSet presAssocID="{5416694D-F50C-428A-B2C6-8CE0EE995564}" presName="node" presStyleLbl="node1" presStyleIdx="1" presStyleCnt="4">
        <dgm:presLayoutVars>
          <dgm:bulletEnabled val="1"/>
        </dgm:presLayoutVars>
      </dgm:prSet>
      <dgm:spPr/>
    </dgm:pt>
    <dgm:pt modelId="{567F788E-A212-49CC-BB73-65E7170AB5FB}" type="pres">
      <dgm:prSet presAssocID="{5F504653-4F92-4669-8971-EB4A00404EEE}" presName="sibTrans" presStyleCnt="0"/>
      <dgm:spPr/>
    </dgm:pt>
    <dgm:pt modelId="{97F2F365-3911-4C98-AE91-D016B1BE5071}" type="pres">
      <dgm:prSet presAssocID="{3FE0913E-743F-4E63-A4EB-4940C5C7BB14}" presName="node" presStyleLbl="node1" presStyleIdx="2" presStyleCnt="4">
        <dgm:presLayoutVars>
          <dgm:bulletEnabled val="1"/>
        </dgm:presLayoutVars>
      </dgm:prSet>
      <dgm:spPr/>
    </dgm:pt>
    <dgm:pt modelId="{1CEE0F12-6009-4500-B2E4-CCD9EBE45BDC}" type="pres">
      <dgm:prSet presAssocID="{E1E252C1-EF88-4BF2-B23A-89D083F7A3B6}" presName="sibTrans" presStyleCnt="0"/>
      <dgm:spPr/>
    </dgm:pt>
    <dgm:pt modelId="{6B89D316-F449-4C3C-8734-D707A1A92B0C}" type="pres">
      <dgm:prSet presAssocID="{FBD30E3B-9680-4302-ACEB-70D7FC2CB596}" presName="node" presStyleLbl="node1" presStyleIdx="3" presStyleCnt="4">
        <dgm:presLayoutVars>
          <dgm:bulletEnabled val="1"/>
        </dgm:presLayoutVars>
      </dgm:prSet>
      <dgm:spPr/>
    </dgm:pt>
  </dgm:ptLst>
  <dgm:cxnLst>
    <dgm:cxn modelId="{31905571-2A93-4B85-B75D-92C797D58D59}" srcId="{37900D67-2837-4D11-8177-7C96E81271AD}" destId="{5416694D-F50C-428A-B2C6-8CE0EE995564}" srcOrd="1" destOrd="0" parTransId="{37A05EA8-5D18-4D12-919D-D5638C0FA57A}" sibTransId="{5F504653-4F92-4669-8971-EB4A00404EEE}"/>
    <dgm:cxn modelId="{09536772-1DEE-45C0-A679-1C9F17150E46}" type="presOf" srcId="{37900D67-2837-4D11-8177-7C96E81271AD}" destId="{B86524D6-9CD5-4F9E-BB87-8A3BF2E89CA7}" srcOrd="0" destOrd="0" presId="urn:microsoft.com/office/officeart/2005/8/layout/default"/>
    <dgm:cxn modelId="{4CFD8A7C-D107-4F2A-A4F6-BE0E30ECFE34}" type="presOf" srcId="{FBD30E3B-9680-4302-ACEB-70D7FC2CB596}" destId="{6B89D316-F449-4C3C-8734-D707A1A92B0C}" srcOrd="0" destOrd="0" presId="urn:microsoft.com/office/officeart/2005/8/layout/default"/>
    <dgm:cxn modelId="{9D3BEA83-3FE0-4BDF-B116-EAFD6E596597}" type="presOf" srcId="{3FE0913E-743F-4E63-A4EB-4940C5C7BB14}" destId="{97F2F365-3911-4C98-AE91-D016B1BE5071}" srcOrd="0" destOrd="0" presId="urn:microsoft.com/office/officeart/2005/8/layout/default"/>
    <dgm:cxn modelId="{554B6987-D23D-46C3-8124-8D10BE3311BE}" srcId="{37900D67-2837-4D11-8177-7C96E81271AD}" destId="{3FE0913E-743F-4E63-A4EB-4940C5C7BB14}" srcOrd="2" destOrd="0" parTransId="{B092B572-08B5-4B6E-93D8-886BDCE38FE0}" sibTransId="{E1E252C1-EF88-4BF2-B23A-89D083F7A3B6}"/>
    <dgm:cxn modelId="{E2A6EBAF-E89A-4B48-9E2D-0A7350D13D72}" srcId="{37900D67-2837-4D11-8177-7C96E81271AD}" destId="{FBD30E3B-9680-4302-ACEB-70D7FC2CB596}" srcOrd="3" destOrd="0" parTransId="{B722B276-9D6E-4F2E-B0AE-6FF6461C9440}" sibTransId="{6BDA3BE1-4A9C-40D9-94AB-71FF304F7C83}"/>
    <dgm:cxn modelId="{00714EB3-AD78-409B-AEBB-2B8C23F0E3FB}" type="presOf" srcId="{7C180D49-3071-4A9B-816F-EFEDA9914A84}" destId="{28CEF3F9-91DA-4A6E-B899-74BD85184F3A}" srcOrd="0" destOrd="0" presId="urn:microsoft.com/office/officeart/2005/8/layout/default"/>
    <dgm:cxn modelId="{13B481EA-734C-4D0C-BDB5-2E87DEFDDC94}" srcId="{37900D67-2837-4D11-8177-7C96E81271AD}" destId="{7C180D49-3071-4A9B-816F-EFEDA9914A84}" srcOrd="0" destOrd="0" parTransId="{1E0706EB-B6D5-4E83-9438-BA7630C179AE}" sibTransId="{66AC34F5-235A-429C-89AB-B965E06DD50B}"/>
    <dgm:cxn modelId="{270588FD-9A0E-49F1-981E-840A227235BE}" type="presOf" srcId="{5416694D-F50C-428A-B2C6-8CE0EE995564}" destId="{207C43E7-F78B-4562-974F-37012DBB3035}" srcOrd="0" destOrd="0" presId="urn:microsoft.com/office/officeart/2005/8/layout/default"/>
    <dgm:cxn modelId="{BC9F45BF-E9DC-474C-A739-5AC0DC736015}" type="presParOf" srcId="{B86524D6-9CD5-4F9E-BB87-8A3BF2E89CA7}" destId="{28CEF3F9-91DA-4A6E-B899-74BD85184F3A}" srcOrd="0" destOrd="0" presId="urn:microsoft.com/office/officeart/2005/8/layout/default"/>
    <dgm:cxn modelId="{9E8579BB-83A3-41FA-A462-25781947D47C}" type="presParOf" srcId="{B86524D6-9CD5-4F9E-BB87-8A3BF2E89CA7}" destId="{681091DE-2DCA-4D4B-988B-6DE32C38B781}" srcOrd="1" destOrd="0" presId="urn:microsoft.com/office/officeart/2005/8/layout/default"/>
    <dgm:cxn modelId="{FF355223-8277-4D2D-8CF4-6D967ABAAADF}" type="presParOf" srcId="{B86524D6-9CD5-4F9E-BB87-8A3BF2E89CA7}" destId="{207C43E7-F78B-4562-974F-37012DBB3035}" srcOrd="2" destOrd="0" presId="urn:microsoft.com/office/officeart/2005/8/layout/default"/>
    <dgm:cxn modelId="{496E4DCA-62CE-4FE8-BF94-0AF1B044FA58}" type="presParOf" srcId="{B86524D6-9CD5-4F9E-BB87-8A3BF2E89CA7}" destId="{567F788E-A212-49CC-BB73-65E7170AB5FB}" srcOrd="3" destOrd="0" presId="urn:microsoft.com/office/officeart/2005/8/layout/default"/>
    <dgm:cxn modelId="{FCA026E7-CD9A-46C5-B627-AB706A2C707F}" type="presParOf" srcId="{B86524D6-9CD5-4F9E-BB87-8A3BF2E89CA7}" destId="{97F2F365-3911-4C98-AE91-D016B1BE5071}" srcOrd="4" destOrd="0" presId="urn:microsoft.com/office/officeart/2005/8/layout/default"/>
    <dgm:cxn modelId="{0B989F5C-0D40-4990-B867-81E3465ED132}" type="presParOf" srcId="{B86524D6-9CD5-4F9E-BB87-8A3BF2E89CA7}" destId="{1CEE0F12-6009-4500-B2E4-CCD9EBE45BDC}" srcOrd="5" destOrd="0" presId="urn:microsoft.com/office/officeart/2005/8/layout/default"/>
    <dgm:cxn modelId="{381D8B3F-CD0B-4B9A-8307-42945A839E0F}" type="presParOf" srcId="{B86524D6-9CD5-4F9E-BB87-8A3BF2E89CA7}" destId="{6B89D316-F449-4C3C-8734-D707A1A92B0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E26F1E-3BBA-4D26-99B3-AA77113C79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9D2F64E-60A4-4A81-A0EC-24788412D190}">
      <dgm:prSet custT="1"/>
      <dgm:spPr/>
      <dgm:t>
        <a:bodyPr/>
        <a:lstStyle/>
        <a:p>
          <a:r>
            <a:rPr lang="en-US" sz="2400" dirty="0"/>
            <a:t>Set up </a:t>
          </a:r>
          <a:r>
            <a:rPr lang="en-US" sz="2400" dirty="0" err="1"/>
            <a:t>Nx</a:t>
          </a:r>
          <a:r>
            <a:rPr lang="en-US" sz="2400" dirty="0"/>
            <a:t> </a:t>
          </a:r>
          <a:r>
            <a:rPr lang="en-US" sz="2400" dirty="0" err="1"/>
            <a:t>monorepo</a:t>
          </a:r>
          <a:endParaRPr lang="en-US" sz="2400" dirty="0"/>
        </a:p>
      </dgm:t>
    </dgm:pt>
    <dgm:pt modelId="{17F711AD-686D-496A-B7BA-6079D38AA9C5}" type="parTrans" cxnId="{1FDB192F-1392-42EF-A1F6-4CFA72F1B1B0}">
      <dgm:prSet/>
      <dgm:spPr/>
      <dgm:t>
        <a:bodyPr/>
        <a:lstStyle/>
        <a:p>
          <a:endParaRPr lang="en-US"/>
        </a:p>
      </dgm:t>
    </dgm:pt>
    <dgm:pt modelId="{54DB328B-427E-4BA0-B5E3-3E1AE9F0CC12}" type="sibTrans" cxnId="{1FDB192F-1392-42EF-A1F6-4CFA72F1B1B0}">
      <dgm:prSet/>
      <dgm:spPr/>
      <dgm:t>
        <a:bodyPr/>
        <a:lstStyle/>
        <a:p>
          <a:endParaRPr lang="en-US"/>
        </a:p>
      </dgm:t>
    </dgm:pt>
    <dgm:pt modelId="{84B96B15-8F5E-4DDD-857E-3C29F84B7832}">
      <dgm:prSet custT="1"/>
      <dgm:spPr/>
      <dgm:t>
        <a:bodyPr/>
        <a:lstStyle/>
        <a:p>
          <a:r>
            <a:rPr lang="en-US" sz="2400"/>
            <a:t>Supabase database</a:t>
          </a:r>
        </a:p>
      </dgm:t>
    </dgm:pt>
    <dgm:pt modelId="{68977014-C58A-43CA-A2FA-E016CD73953E}" type="parTrans" cxnId="{D4BA6A3B-EB35-4DA8-94BE-18C6353D8732}">
      <dgm:prSet/>
      <dgm:spPr/>
      <dgm:t>
        <a:bodyPr/>
        <a:lstStyle/>
        <a:p>
          <a:endParaRPr lang="en-US"/>
        </a:p>
      </dgm:t>
    </dgm:pt>
    <dgm:pt modelId="{94596C07-B385-462A-B84B-6C04268A9524}" type="sibTrans" cxnId="{D4BA6A3B-EB35-4DA8-94BE-18C6353D8732}">
      <dgm:prSet/>
      <dgm:spPr/>
      <dgm:t>
        <a:bodyPr/>
        <a:lstStyle/>
        <a:p>
          <a:endParaRPr lang="en-US"/>
        </a:p>
      </dgm:t>
    </dgm:pt>
    <dgm:pt modelId="{3E9659D1-F28D-4E02-B3DC-D5B3027F664B}">
      <dgm:prSet custT="1"/>
      <dgm:spPr/>
      <dgm:t>
        <a:bodyPr/>
        <a:lstStyle/>
        <a:p>
          <a:r>
            <a:rPr lang="en-US" sz="2400"/>
            <a:t>Drizzle ORM</a:t>
          </a:r>
        </a:p>
      </dgm:t>
    </dgm:pt>
    <dgm:pt modelId="{A9151B52-EF27-4667-B082-433569D7FDF2}" type="parTrans" cxnId="{6504933B-3CCF-4C7E-830C-EB5A93A71065}">
      <dgm:prSet/>
      <dgm:spPr/>
      <dgm:t>
        <a:bodyPr/>
        <a:lstStyle/>
        <a:p>
          <a:endParaRPr lang="en-US"/>
        </a:p>
      </dgm:t>
    </dgm:pt>
    <dgm:pt modelId="{46C7DA5B-DA24-43D1-B592-04A208430CD2}" type="sibTrans" cxnId="{6504933B-3CCF-4C7E-830C-EB5A93A71065}">
      <dgm:prSet/>
      <dgm:spPr/>
      <dgm:t>
        <a:bodyPr/>
        <a:lstStyle/>
        <a:p>
          <a:endParaRPr lang="en-US"/>
        </a:p>
      </dgm:t>
    </dgm:pt>
    <dgm:pt modelId="{465796F3-DAA9-4A78-9FE6-293019A1847A}">
      <dgm:prSet custT="1"/>
      <dgm:spPr/>
      <dgm:t>
        <a:bodyPr/>
        <a:lstStyle/>
        <a:p>
          <a:r>
            <a:rPr lang="en-US" sz="2400"/>
            <a:t>auth endpoints (signup/login)</a:t>
          </a:r>
        </a:p>
      </dgm:t>
    </dgm:pt>
    <dgm:pt modelId="{A2C2F949-9BF8-46D2-89C1-5C131F163BBA}" type="parTrans" cxnId="{15C19D61-4D55-4FD4-9977-519A913608C6}">
      <dgm:prSet/>
      <dgm:spPr/>
      <dgm:t>
        <a:bodyPr/>
        <a:lstStyle/>
        <a:p>
          <a:endParaRPr lang="en-US"/>
        </a:p>
      </dgm:t>
    </dgm:pt>
    <dgm:pt modelId="{BA3CDA75-608B-4602-90A0-B2454A99B239}" type="sibTrans" cxnId="{15C19D61-4D55-4FD4-9977-519A913608C6}">
      <dgm:prSet/>
      <dgm:spPr/>
      <dgm:t>
        <a:bodyPr/>
        <a:lstStyle/>
        <a:p>
          <a:endParaRPr lang="en-US"/>
        </a:p>
      </dgm:t>
    </dgm:pt>
    <dgm:pt modelId="{ADA50BE3-CECA-4752-9219-6FEC8C297433}">
      <dgm:prSet custT="1"/>
      <dgm:spPr/>
      <dgm:t>
        <a:bodyPr/>
        <a:lstStyle/>
        <a:p>
          <a:r>
            <a:rPr lang="en-US" sz="2400"/>
            <a:t>seed data (sample data)</a:t>
          </a:r>
        </a:p>
      </dgm:t>
    </dgm:pt>
    <dgm:pt modelId="{CBD2FED3-25F7-49C8-B03F-44275D14F584}" type="parTrans" cxnId="{63E78F25-25F5-4DB2-8937-DE9556E3E36B}">
      <dgm:prSet/>
      <dgm:spPr/>
      <dgm:t>
        <a:bodyPr/>
        <a:lstStyle/>
        <a:p>
          <a:endParaRPr lang="en-US"/>
        </a:p>
      </dgm:t>
    </dgm:pt>
    <dgm:pt modelId="{A437C7BA-1208-4823-80EB-C1176D27E040}" type="sibTrans" cxnId="{63E78F25-25F5-4DB2-8937-DE9556E3E36B}">
      <dgm:prSet/>
      <dgm:spPr/>
      <dgm:t>
        <a:bodyPr/>
        <a:lstStyle/>
        <a:p>
          <a:endParaRPr lang="en-US"/>
        </a:p>
      </dgm:t>
    </dgm:pt>
    <dgm:pt modelId="{37F55267-A162-451C-8CF2-1577A051A4BB}">
      <dgm:prSet custT="1"/>
      <dgm:spPr/>
      <dgm:t>
        <a:bodyPr/>
        <a:lstStyle/>
        <a:p>
          <a:r>
            <a:rPr lang="en-US" sz="2400"/>
            <a:t>and basic schema</a:t>
          </a:r>
        </a:p>
      </dgm:t>
    </dgm:pt>
    <dgm:pt modelId="{6179BA80-C9F5-494D-B74F-AC6BD844F529}" type="parTrans" cxnId="{FE9325DD-2DF3-4E0F-B02F-69960566E3F3}">
      <dgm:prSet/>
      <dgm:spPr/>
      <dgm:t>
        <a:bodyPr/>
        <a:lstStyle/>
        <a:p>
          <a:endParaRPr lang="en-US"/>
        </a:p>
      </dgm:t>
    </dgm:pt>
    <dgm:pt modelId="{9D233D35-7595-4A32-A931-5EBE9743180B}" type="sibTrans" cxnId="{FE9325DD-2DF3-4E0F-B02F-69960566E3F3}">
      <dgm:prSet/>
      <dgm:spPr/>
      <dgm:t>
        <a:bodyPr/>
        <a:lstStyle/>
        <a:p>
          <a:endParaRPr lang="en-US"/>
        </a:p>
      </dgm:t>
    </dgm:pt>
    <dgm:pt modelId="{83798A89-7263-4520-930B-ED2F12878B84}">
      <dgm:prSet custT="1"/>
      <dgm:spPr/>
      <dgm:t>
        <a:bodyPr/>
        <a:lstStyle/>
        <a:p>
          <a:r>
            <a:rPr lang="en-US" sz="2400"/>
            <a:t>Focus: Backend foundation for secure, scalable platform. </a:t>
          </a:r>
        </a:p>
      </dgm:t>
    </dgm:pt>
    <dgm:pt modelId="{1568952B-C9BD-4FE0-B310-EB993BD9D929}" type="parTrans" cxnId="{158D359D-79C3-4809-8BFB-D1031829EB95}">
      <dgm:prSet/>
      <dgm:spPr/>
      <dgm:t>
        <a:bodyPr/>
        <a:lstStyle/>
        <a:p>
          <a:endParaRPr lang="en-US"/>
        </a:p>
      </dgm:t>
    </dgm:pt>
    <dgm:pt modelId="{73288787-EF51-4028-8053-1D32259512A3}" type="sibTrans" cxnId="{158D359D-79C3-4809-8BFB-D1031829EB95}">
      <dgm:prSet/>
      <dgm:spPr/>
      <dgm:t>
        <a:bodyPr/>
        <a:lstStyle/>
        <a:p>
          <a:endParaRPr lang="en-US"/>
        </a:p>
      </dgm:t>
    </dgm:pt>
    <dgm:pt modelId="{B66546B6-2C32-4548-B609-D4DDFA7A573D}">
      <dgm:prSet custT="1"/>
      <dgm:spPr/>
      <dgm:t>
        <a:bodyPr/>
        <a:lstStyle/>
        <a:p>
          <a:r>
            <a:rPr lang="en-US" sz="2400"/>
            <a:t>Mohamad (infra), David (ORM), Nishan (endpoints), Behrang (design)</a:t>
          </a:r>
        </a:p>
      </dgm:t>
    </dgm:pt>
    <dgm:pt modelId="{6ED585E1-DC78-4712-BDF7-68CE5BF41993}" type="parTrans" cxnId="{575EEE67-2B22-4432-8140-C736E821AE86}">
      <dgm:prSet/>
      <dgm:spPr/>
      <dgm:t>
        <a:bodyPr/>
        <a:lstStyle/>
        <a:p>
          <a:endParaRPr lang="en-US"/>
        </a:p>
      </dgm:t>
    </dgm:pt>
    <dgm:pt modelId="{DFD79B59-3DAE-4127-9F1D-34907E20110E}" type="sibTrans" cxnId="{575EEE67-2B22-4432-8140-C736E821AE86}">
      <dgm:prSet/>
      <dgm:spPr/>
      <dgm:t>
        <a:bodyPr/>
        <a:lstStyle/>
        <a:p>
          <a:endParaRPr lang="en-US"/>
        </a:p>
      </dgm:t>
    </dgm:pt>
    <dgm:pt modelId="{DB191222-C578-4333-B0C4-90FF6BA9E0EB}" type="pres">
      <dgm:prSet presAssocID="{B8E26F1E-3BBA-4D26-99B3-AA77113C79C2}" presName="root" presStyleCnt="0">
        <dgm:presLayoutVars>
          <dgm:dir/>
          <dgm:resizeHandles val="exact"/>
        </dgm:presLayoutVars>
      </dgm:prSet>
      <dgm:spPr/>
    </dgm:pt>
    <dgm:pt modelId="{C9C1FA87-B631-428E-BFC0-E973BB3E66DC}" type="pres">
      <dgm:prSet presAssocID="{29D2F64E-60A4-4A81-A0EC-24788412D190}" presName="compNode" presStyleCnt="0"/>
      <dgm:spPr/>
    </dgm:pt>
    <dgm:pt modelId="{06248CD9-5044-4377-8663-AB12577A78AF}" type="pres">
      <dgm:prSet presAssocID="{29D2F64E-60A4-4A81-A0EC-24788412D190}" presName="bgRect" presStyleLbl="bgShp" presStyleIdx="0" presStyleCnt="8"/>
      <dgm:spPr/>
    </dgm:pt>
    <dgm:pt modelId="{844BCA8E-2F82-404D-BBCE-F3A0859937A0}" type="pres">
      <dgm:prSet presAssocID="{29D2F64E-60A4-4A81-A0EC-24788412D190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D68533-A2CB-4248-A753-34936B01E1A3}" type="pres">
      <dgm:prSet presAssocID="{29D2F64E-60A4-4A81-A0EC-24788412D190}" presName="spaceRect" presStyleCnt="0"/>
      <dgm:spPr/>
    </dgm:pt>
    <dgm:pt modelId="{6186E607-A90A-4ED1-9D23-3C38A812BEBB}" type="pres">
      <dgm:prSet presAssocID="{29D2F64E-60A4-4A81-A0EC-24788412D190}" presName="parTx" presStyleLbl="revTx" presStyleIdx="0" presStyleCnt="8">
        <dgm:presLayoutVars>
          <dgm:chMax val="0"/>
          <dgm:chPref val="0"/>
        </dgm:presLayoutVars>
      </dgm:prSet>
      <dgm:spPr/>
    </dgm:pt>
    <dgm:pt modelId="{4C1D3F15-50B5-4B43-99D2-4483ACA2AB45}" type="pres">
      <dgm:prSet presAssocID="{54DB328B-427E-4BA0-B5E3-3E1AE9F0CC12}" presName="sibTrans" presStyleCnt="0"/>
      <dgm:spPr/>
    </dgm:pt>
    <dgm:pt modelId="{79B1CFAB-6AFD-4908-934E-25FECDA425B8}" type="pres">
      <dgm:prSet presAssocID="{84B96B15-8F5E-4DDD-857E-3C29F84B7832}" presName="compNode" presStyleCnt="0"/>
      <dgm:spPr/>
    </dgm:pt>
    <dgm:pt modelId="{E9D821E2-2C8A-45C0-9D28-A858CDD342E8}" type="pres">
      <dgm:prSet presAssocID="{84B96B15-8F5E-4DDD-857E-3C29F84B7832}" presName="bgRect" presStyleLbl="bgShp" presStyleIdx="1" presStyleCnt="8"/>
      <dgm:spPr/>
    </dgm:pt>
    <dgm:pt modelId="{C0C46C9B-B89C-460B-9053-0082FFB2FA76}" type="pres">
      <dgm:prSet presAssocID="{84B96B15-8F5E-4DDD-857E-3C29F84B7832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6E6A9FA-9A84-4A5E-9892-0BA53DB794D8}" type="pres">
      <dgm:prSet presAssocID="{84B96B15-8F5E-4DDD-857E-3C29F84B7832}" presName="spaceRect" presStyleCnt="0"/>
      <dgm:spPr/>
    </dgm:pt>
    <dgm:pt modelId="{D9454C8C-9385-464A-9A51-7448A29C7B5C}" type="pres">
      <dgm:prSet presAssocID="{84B96B15-8F5E-4DDD-857E-3C29F84B7832}" presName="parTx" presStyleLbl="revTx" presStyleIdx="1" presStyleCnt="8">
        <dgm:presLayoutVars>
          <dgm:chMax val="0"/>
          <dgm:chPref val="0"/>
        </dgm:presLayoutVars>
      </dgm:prSet>
      <dgm:spPr/>
    </dgm:pt>
    <dgm:pt modelId="{743E350A-7764-4DD5-AADA-D663AFE5853A}" type="pres">
      <dgm:prSet presAssocID="{94596C07-B385-462A-B84B-6C04268A9524}" presName="sibTrans" presStyleCnt="0"/>
      <dgm:spPr/>
    </dgm:pt>
    <dgm:pt modelId="{DDB70D6C-6170-406E-88F6-E707EE397D91}" type="pres">
      <dgm:prSet presAssocID="{3E9659D1-F28D-4E02-B3DC-D5B3027F664B}" presName="compNode" presStyleCnt="0"/>
      <dgm:spPr/>
    </dgm:pt>
    <dgm:pt modelId="{38FE3AD0-6CD2-4C26-8E10-CAE7AAEFEA5C}" type="pres">
      <dgm:prSet presAssocID="{3E9659D1-F28D-4E02-B3DC-D5B3027F664B}" presName="bgRect" presStyleLbl="bgShp" presStyleIdx="2" presStyleCnt="8"/>
      <dgm:spPr/>
    </dgm:pt>
    <dgm:pt modelId="{7624EA04-B1A9-41C8-8A6A-2EB0A9FC79EA}" type="pres">
      <dgm:prSet presAssocID="{3E9659D1-F28D-4E02-B3DC-D5B3027F664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57DDF91D-038B-41C6-A209-2755E096CF6D}" type="pres">
      <dgm:prSet presAssocID="{3E9659D1-F28D-4E02-B3DC-D5B3027F664B}" presName="spaceRect" presStyleCnt="0"/>
      <dgm:spPr/>
    </dgm:pt>
    <dgm:pt modelId="{B4B3E3CB-7AB4-4644-8205-1A2839527603}" type="pres">
      <dgm:prSet presAssocID="{3E9659D1-F28D-4E02-B3DC-D5B3027F664B}" presName="parTx" presStyleLbl="revTx" presStyleIdx="2" presStyleCnt="8">
        <dgm:presLayoutVars>
          <dgm:chMax val="0"/>
          <dgm:chPref val="0"/>
        </dgm:presLayoutVars>
      </dgm:prSet>
      <dgm:spPr/>
    </dgm:pt>
    <dgm:pt modelId="{51DE7C0D-B0C8-4D7C-A026-EE60970B3ABD}" type="pres">
      <dgm:prSet presAssocID="{46C7DA5B-DA24-43D1-B592-04A208430CD2}" presName="sibTrans" presStyleCnt="0"/>
      <dgm:spPr/>
    </dgm:pt>
    <dgm:pt modelId="{9F5F0F9E-65C3-4C67-8BBD-EADFB8E6CD58}" type="pres">
      <dgm:prSet presAssocID="{465796F3-DAA9-4A78-9FE6-293019A1847A}" presName="compNode" presStyleCnt="0"/>
      <dgm:spPr/>
    </dgm:pt>
    <dgm:pt modelId="{A05B3B74-9F93-40A8-A4EA-D5205E90CE4A}" type="pres">
      <dgm:prSet presAssocID="{465796F3-DAA9-4A78-9FE6-293019A1847A}" presName="bgRect" presStyleLbl="bgShp" presStyleIdx="3" presStyleCnt="8"/>
      <dgm:spPr/>
    </dgm:pt>
    <dgm:pt modelId="{AC28A92A-170E-4FF9-8405-DD73FCFC8A52}" type="pres">
      <dgm:prSet presAssocID="{465796F3-DAA9-4A78-9FE6-293019A1847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BE40E03-5DF9-4BCC-9257-5874DA623CA0}" type="pres">
      <dgm:prSet presAssocID="{465796F3-DAA9-4A78-9FE6-293019A1847A}" presName="spaceRect" presStyleCnt="0"/>
      <dgm:spPr/>
    </dgm:pt>
    <dgm:pt modelId="{C27C18EE-2B6C-4A1F-8EF0-CC924264F504}" type="pres">
      <dgm:prSet presAssocID="{465796F3-DAA9-4A78-9FE6-293019A1847A}" presName="parTx" presStyleLbl="revTx" presStyleIdx="3" presStyleCnt="8">
        <dgm:presLayoutVars>
          <dgm:chMax val="0"/>
          <dgm:chPref val="0"/>
        </dgm:presLayoutVars>
      </dgm:prSet>
      <dgm:spPr/>
    </dgm:pt>
    <dgm:pt modelId="{61D736AD-7FFB-4EE0-94F7-0D2FA666DCFB}" type="pres">
      <dgm:prSet presAssocID="{BA3CDA75-608B-4602-90A0-B2454A99B239}" presName="sibTrans" presStyleCnt="0"/>
      <dgm:spPr/>
    </dgm:pt>
    <dgm:pt modelId="{95A7C5E3-EE58-4469-B008-A5C31B204044}" type="pres">
      <dgm:prSet presAssocID="{ADA50BE3-CECA-4752-9219-6FEC8C297433}" presName="compNode" presStyleCnt="0"/>
      <dgm:spPr/>
    </dgm:pt>
    <dgm:pt modelId="{54108C92-F631-47BE-A720-6CF9869EEE4E}" type="pres">
      <dgm:prSet presAssocID="{ADA50BE3-CECA-4752-9219-6FEC8C297433}" presName="bgRect" presStyleLbl="bgShp" presStyleIdx="4" presStyleCnt="8"/>
      <dgm:spPr/>
    </dgm:pt>
    <dgm:pt modelId="{9C76E11C-AA2B-4A24-B578-280108E136DD}" type="pres">
      <dgm:prSet presAssocID="{ADA50BE3-CECA-4752-9219-6FEC8C297433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076AEC5E-0343-4098-8C5F-496D43C23003}" type="pres">
      <dgm:prSet presAssocID="{ADA50BE3-CECA-4752-9219-6FEC8C297433}" presName="spaceRect" presStyleCnt="0"/>
      <dgm:spPr/>
    </dgm:pt>
    <dgm:pt modelId="{E76ED6B3-C9B9-4B3C-92EF-6F3F3AF6A261}" type="pres">
      <dgm:prSet presAssocID="{ADA50BE3-CECA-4752-9219-6FEC8C297433}" presName="parTx" presStyleLbl="revTx" presStyleIdx="4" presStyleCnt="8">
        <dgm:presLayoutVars>
          <dgm:chMax val="0"/>
          <dgm:chPref val="0"/>
        </dgm:presLayoutVars>
      </dgm:prSet>
      <dgm:spPr/>
    </dgm:pt>
    <dgm:pt modelId="{0253AE36-CE5D-47DF-A3C4-B1988D87B6CA}" type="pres">
      <dgm:prSet presAssocID="{A437C7BA-1208-4823-80EB-C1176D27E040}" presName="sibTrans" presStyleCnt="0"/>
      <dgm:spPr/>
    </dgm:pt>
    <dgm:pt modelId="{E2523F70-12C6-4DD3-B893-B9B91F1C221D}" type="pres">
      <dgm:prSet presAssocID="{37F55267-A162-451C-8CF2-1577A051A4BB}" presName="compNode" presStyleCnt="0"/>
      <dgm:spPr/>
    </dgm:pt>
    <dgm:pt modelId="{CB9D3A54-0079-4D9E-AA3E-F8DC87C971EB}" type="pres">
      <dgm:prSet presAssocID="{37F55267-A162-451C-8CF2-1577A051A4BB}" presName="bgRect" presStyleLbl="bgShp" presStyleIdx="5" presStyleCnt="8"/>
      <dgm:spPr/>
    </dgm:pt>
    <dgm:pt modelId="{51939963-DFA0-4246-9A31-D7261C9DB750}" type="pres">
      <dgm:prSet presAssocID="{37F55267-A162-451C-8CF2-1577A051A4BB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0D97B08-B0C6-488F-8E77-083D7F4E093C}" type="pres">
      <dgm:prSet presAssocID="{37F55267-A162-451C-8CF2-1577A051A4BB}" presName="spaceRect" presStyleCnt="0"/>
      <dgm:spPr/>
    </dgm:pt>
    <dgm:pt modelId="{AA9A131B-BDF3-40A7-85E4-1CD90758F6C6}" type="pres">
      <dgm:prSet presAssocID="{37F55267-A162-451C-8CF2-1577A051A4BB}" presName="parTx" presStyleLbl="revTx" presStyleIdx="5" presStyleCnt="8">
        <dgm:presLayoutVars>
          <dgm:chMax val="0"/>
          <dgm:chPref val="0"/>
        </dgm:presLayoutVars>
      </dgm:prSet>
      <dgm:spPr/>
    </dgm:pt>
    <dgm:pt modelId="{4BE30CA3-9965-4194-B3DE-0C038C3F9176}" type="pres">
      <dgm:prSet presAssocID="{9D233D35-7595-4A32-A931-5EBE9743180B}" presName="sibTrans" presStyleCnt="0"/>
      <dgm:spPr/>
    </dgm:pt>
    <dgm:pt modelId="{EEF6DC75-B1FF-4980-BB3E-818BB7678D06}" type="pres">
      <dgm:prSet presAssocID="{83798A89-7263-4520-930B-ED2F12878B84}" presName="compNode" presStyleCnt="0"/>
      <dgm:spPr/>
    </dgm:pt>
    <dgm:pt modelId="{2914F693-4864-4829-94B7-35F539B84C7B}" type="pres">
      <dgm:prSet presAssocID="{83798A89-7263-4520-930B-ED2F12878B84}" presName="bgRect" presStyleLbl="bgShp" presStyleIdx="6" presStyleCnt="8"/>
      <dgm:spPr/>
    </dgm:pt>
    <dgm:pt modelId="{DED480D9-F353-4749-98FC-1C22B55133AD}" type="pres">
      <dgm:prSet presAssocID="{83798A89-7263-4520-930B-ED2F12878B84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1B25185-8CE9-4F94-AE33-AB44ABEA0E38}" type="pres">
      <dgm:prSet presAssocID="{83798A89-7263-4520-930B-ED2F12878B84}" presName="spaceRect" presStyleCnt="0"/>
      <dgm:spPr/>
    </dgm:pt>
    <dgm:pt modelId="{E0AA59E7-2598-4939-B211-FC3C85396A31}" type="pres">
      <dgm:prSet presAssocID="{83798A89-7263-4520-930B-ED2F12878B84}" presName="parTx" presStyleLbl="revTx" presStyleIdx="6" presStyleCnt="8">
        <dgm:presLayoutVars>
          <dgm:chMax val="0"/>
          <dgm:chPref val="0"/>
        </dgm:presLayoutVars>
      </dgm:prSet>
      <dgm:spPr/>
    </dgm:pt>
    <dgm:pt modelId="{1122CFF5-94D4-4097-869B-A849E91984B7}" type="pres">
      <dgm:prSet presAssocID="{73288787-EF51-4028-8053-1D32259512A3}" presName="sibTrans" presStyleCnt="0"/>
      <dgm:spPr/>
    </dgm:pt>
    <dgm:pt modelId="{A7D1E950-22CB-4BEE-98E1-0C7C79DABC37}" type="pres">
      <dgm:prSet presAssocID="{B66546B6-2C32-4548-B609-D4DDFA7A573D}" presName="compNode" presStyleCnt="0"/>
      <dgm:spPr/>
    </dgm:pt>
    <dgm:pt modelId="{B40F8AC8-FA41-4006-9B51-19B7EA782268}" type="pres">
      <dgm:prSet presAssocID="{B66546B6-2C32-4548-B609-D4DDFA7A573D}" presName="bgRect" presStyleLbl="bgShp" presStyleIdx="7" presStyleCnt="8"/>
      <dgm:spPr/>
    </dgm:pt>
    <dgm:pt modelId="{BF931D04-28F3-466F-A738-5B09034724AF}" type="pres">
      <dgm:prSet presAssocID="{B66546B6-2C32-4548-B609-D4DDFA7A573D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1AB246DB-DF09-4974-AA03-F4FFC3D00ED9}" type="pres">
      <dgm:prSet presAssocID="{B66546B6-2C32-4548-B609-D4DDFA7A573D}" presName="spaceRect" presStyleCnt="0"/>
      <dgm:spPr/>
    </dgm:pt>
    <dgm:pt modelId="{C751A510-80B4-4D2D-A774-D01989A3A034}" type="pres">
      <dgm:prSet presAssocID="{B66546B6-2C32-4548-B609-D4DDFA7A573D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4D300607-A70D-4BB3-93DC-34A7C23627CE}" type="presOf" srcId="{ADA50BE3-CECA-4752-9219-6FEC8C297433}" destId="{E76ED6B3-C9B9-4B3C-92EF-6F3F3AF6A261}" srcOrd="0" destOrd="0" presId="urn:microsoft.com/office/officeart/2018/2/layout/IconVerticalSolidList"/>
    <dgm:cxn modelId="{63E78F25-25F5-4DB2-8937-DE9556E3E36B}" srcId="{B8E26F1E-3BBA-4D26-99B3-AA77113C79C2}" destId="{ADA50BE3-CECA-4752-9219-6FEC8C297433}" srcOrd="4" destOrd="0" parTransId="{CBD2FED3-25F7-49C8-B03F-44275D14F584}" sibTransId="{A437C7BA-1208-4823-80EB-C1176D27E040}"/>
    <dgm:cxn modelId="{1FDB192F-1392-42EF-A1F6-4CFA72F1B1B0}" srcId="{B8E26F1E-3BBA-4D26-99B3-AA77113C79C2}" destId="{29D2F64E-60A4-4A81-A0EC-24788412D190}" srcOrd="0" destOrd="0" parTransId="{17F711AD-686D-496A-B7BA-6079D38AA9C5}" sibTransId="{54DB328B-427E-4BA0-B5E3-3E1AE9F0CC12}"/>
    <dgm:cxn modelId="{18D56831-1034-450F-A268-0421922EF863}" type="presOf" srcId="{83798A89-7263-4520-930B-ED2F12878B84}" destId="{E0AA59E7-2598-4939-B211-FC3C85396A31}" srcOrd="0" destOrd="0" presId="urn:microsoft.com/office/officeart/2018/2/layout/IconVerticalSolidList"/>
    <dgm:cxn modelId="{8D129732-D828-4C8B-A79F-BC53B3B9960A}" type="presOf" srcId="{29D2F64E-60A4-4A81-A0EC-24788412D190}" destId="{6186E607-A90A-4ED1-9D23-3C38A812BEBB}" srcOrd="0" destOrd="0" presId="urn:microsoft.com/office/officeart/2018/2/layout/IconVerticalSolidList"/>
    <dgm:cxn modelId="{D4BA6A3B-EB35-4DA8-94BE-18C6353D8732}" srcId="{B8E26F1E-3BBA-4D26-99B3-AA77113C79C2}" destId="{84B96B15-8F5E-4DDD-857E-3C29F84B7832}" srcOrd="1" destOrd="0" parTransId="{68977014-C58A-43CA-A2FA-E016CD73953E}" sibTransId="{94596C07-B385-462A-B84B-6C04268A9524}"/>
    <dgm:cxn modelId="{6504933B-3CCF-4C7E-830C-EB5A93A71065}" srcId="{B8E26F1E-3BBA-4D26-99B3-AA77113C79C2}" destId="{3E9659D1-F28D-4E02-B3DC-D5B3027F664B}" srcOrd="2" destOrd="0" parTransId="{A9151B52-EF27-4667-B082-433569D7FDF2}" sibTransId="{46C7DA5B-DA24-43D1-B592-04A208430CD2}"/>
    <dgm:cxn modelId="{15C19D61-4D55-4FD4-9977-519A913608C6}" srcId="{B8E26F1E-3BBA-4D26-99B3-AA77113C79C2}" destId="{465796F3-DAA9-4A78-9FE6-293019A1847A}" srcOrd="3" destOrd="0" parTransId="{A2C2F949-9BF8-46D2-89C1-5C131F163BBA}" sibTransId="{BA3CDA75-608B-4602-90A0-B2454A99B239}"/>
    <dgm:cxn modelId="{575EEE67-2B22-4432-8140-C736E821AE86}" srcId="{B8E26F1E-3BBA-4D26-99B3-AA77113C79C2}" destId="{B66546B6-2C32-4548-B609-D4DDFA7A573D}" srcOrd="7" destOrd="0" parTransId="{6ED585E1-DC78-4712-BDF7-68CE5BF41993}" sibTransId="{DFD79B59-3DAE-4127-9F1D-34907E20110E}"/>
    <dgm:cxn modelId="{01A9F08F-B20B-4FCB-88AC-816B97C2B174}" type="presOf" srcId="{37F55267-A162-451C-8CF2-1577A051A4BB}" destId="{AA9A131B-BDF3-40A7-85E4-1CD90758F6C6}" srcOrd="0" destOrd="0" presId="urn:microsoft.com/office/officeart/2018/2/layout/IconVerticalSolidList"/>
    <dgm:cxn modelId="{158D359D-79C3-4809-8BFB-D1031829EB95}" srcId="{B8E26F1E-3BBA-4D26-99B3-AA77113C79C2}" destId="{83798A89-7263-4520-930B-ED2F12878B84}" srcOrd="6" destOrd="0" parTransId="{1568952B-C9BD-4FE0-B310-EB993BD9D929}" sibTransId="{73288787-EF51-4028-8053-1D32259512A3}"/>
    <dgm:cxn modelId="{4516DDA6-5D54-4095-844A-DD5171C139E3}" type="presOf" srcId="{B66546B6-2C32-4548-B609-D4DDFA7A573D}" destId="{C751A510-80B4-4D2D-A774-D01989A3A034}" srcOrd="0" destOrd="0" presId="urn:microsoft.com/office/officeart/2018/2/layout/IconVerticalSolidList"/>
    <dgm:cxn modelId="{5115F2BB-8439-4636-8028-4DA4F06D059D}" type="presOf" srcId="{84B96B15-8F5E-4DDD-857E-3C29F84B7832}" destId="{D9454C8C-9385-464A-9A51-7448A29C7B5C}" srcOrd="0" destOrd="0" presId="urn:microsoft.com/office/officeart/2018/2/layout/IconVerticalSolidList"/>
    <dgm:cxn modelId="{4B5AECC5-9BDC-4414-ABF6-FDC9DAFC134E}" type="presOf" srcId="{465796F3-DAA9-4A78-9FE6-293019A1847A}" destId="{C27C18EE-2B6C-4A1F-8EF0-CC924264F504}" srcOrd="0" destOrd="0" presId="urn:microsoft.com/office/officeart/2018/2/layout/IconVerticalSolidList"/>
    <dgm:cxn modelId="{7FCBA7D5-7402-4227-9FF5-3163AAD3DD10}" type="presOf" srcId="{B8E26F1E-3BBA-4D26-99B3-AA77113C79C2}" destId="{DB191222-C578-4333-B0C4-90FF6BA9E0EB}" srcOrd="0" destOrd="0" presId="urn:microsoft.com/office/officeart/2018/2/layout/IconVerticalSolidList"/>
    <dgm:cxn modelId="{FE9325DD-2DF3-4E0F-B02F-69960566E3F3}" srcId="{B8E26F1E-3BBA-4D26-99B3-AA77113C79C2}" destId="{37F55267-A162-451C-8CF2-1577A051A4BB}" srcOrd="5" destOrd="0" parTransId="{6179BA80-C9F5-494D-B74F-AC6BD844F529}" sibTransId="{9D233D35-7595-4A32-A931-5EBE9743180B}"/>
    <dgm:cxn modelId="{21B708E1-DDC2-4582-9D72-4DD9B951D39D}" type="presOf" srcId="{3E9659D1-F28D-4E02-B3DC-D5B3027F664B}" destId="{B4B3E3CB-7AB4-4644-8205-1A2839527603}" srcOrd="0" destOrd="0" presId="urn:microsoft.com/office/officeart/2018/2/layout/IconVerticalSolidList"/>
    <dgm:cxn modelId="{C389A4EE-2F11-4B7B-8417-2D47A5A1194E}" type="presParOf" srcId="{DB191222-C578-4333-B0C4-90FF6BA9E0EB}" destId="{C9C1FA87-B631-428E-BFC0-E973BB3E66DC}" srcOrd="0" destOrd="0" presId="urn:microsoft.com/office/officeart/2018/2/layout/IconVerticalSolidList"/>
    <dgm:cxn modelId="{049B2117-81CB-4F29-A25C-D9597252F36A}" type="presParOf" srcId="{C9C1FA87-B631-428E-BFC0-E973BB3E66DC}" destId="{06248CD9-5044-4377-8663-AB12577A78AF}" srcOrd="0" destOrd="0" presId="urn:microsoft.com/office/officeart/2018/2/layout/IconVerticalSolidList"/>
    <dgm:cxn modelId="{CDB04FF0-8F75-46B1-BF2A-2061E5814A27}" type="presParOf" srcId="{C9C1FA87-B631-428E-BFC0-E973BB3E66DC}" destId="{844BCA8E-2F82-404D-BBCE-F3A0859937A0}" srcOrd="1" destOrd="0" presId="urn:microsoft.com/office/officeart/2018/2/layout/IconVerticalSolidList"/>
    <dgm:cxn modelId="{DA7984E2-FF31-4ABC-A061-4A0C6DC799DF}" type="presParOf" srcId="{C9C1FA87-B631-428E-BFC0-E973BB3E66DC}" destId="{58D68533-A2CB-4248-A753-34936B01E1A3}" srcOrd="2" destOrd="0" presId="urn:microsoft.com/office/officeart/2018/2/layout/IconVerticalSolidList"/>
    <dgm:cxn modelId="{0D7A695F-EBC9-4771-A3EA-509F62A72017}" type="presParOf" srcId="{C9C1FA87-B631-428E-BFC0-E973BB3E66DC}" destId="{6186E607-A90A-4ED1-9D23-3C38A812BEBB}" srcOrd="3" destOrd="0" presId="urn:microsoft.com/office/officeart/2018/2/layout/IconVerticalSolidList"/>
    <dgm:cxn modelId="{DF421ACA-99D0-4240-9DA0-2081B8EE68B9}" type="presParOf" srcId="{DB191222-C578-4333-B0C4-90FF6BA9E0EB}" destId="{4C1D3F15-50B5-4B43-99D2-4483ACA2AB45}" srcOrd="1" destOrd="0" presId="urn:microsoft.com/office/officeart/2018/2/layout/IconVerticalSolidList"/>
    <dgm:cxn modelId="{C0A3C0AE-AE50-4CBD-8D43-AF312D3FBFAD}" type="presParOf" srcId="{DB191222-C578-4333-B0C4-90FF6BA9E0EB}" destId="{79B1CFAB-6AFD-4908-934E-25FECDA425B8}" srcOrd="2" destOrd="0" presId="urn:microsoft.com/office/officeart/2018/2/layout/IconVerticalSolidList"/>
    <dgm:cxn modelId="{B51CD886-DD52-443B-AFAD-5765C27F5D69}" type="presParOf" srcId="{79B1CFAB-6AFD-4908-934E-25FECDA425B8}" destId="{E9D821E2-2C8A-45C0-9D28-A858CDD342E8}" srcOrd="0" destOrd="0" presId="urn:microsoft.com/office/officeart/2018/2/layout/IconVerticalSolidList"/>
    <dgm:cxn modelId="{D1DC2522-C66C-41E3-A600-73DEADD662D6}" type="presParOf" srcId="{79B1CFAB-6AFD-4908-934E-25FECDA425B8}" destId="{C0C46C9B-B89C-460B-9053-0082FFB2FA76}" srcOrd="1" destOrd="0" presId="urn:microsoft.com/office/officeart/2018/2/layout/IconVerticalSolidList"/>
    <dgm:cxn modelId="{76FBFEC8-DC34-4195-ADAB-1F0636C576DA}" type="presParOf" srcId="{79B1CFAB-6AFD-4908-934E-25FECDA425B8}" destId="{F6E6A9FA-9A84-4A5E-9892-0BA53DB794D8}" srcOrd="2" destOrd="0" presId="urn:microsoft.com/office/officeart/2018/2/layout/IconVerticalSolidList"/>
    <dgm:cxn modelId="{7DF4BA8B-4B62-4AC7-8208-E31B07D6B6C9}" type="presParOf" srcId="{79B1CFAB-6AFD-4908-934E-25FECDA425B8}" destId="{D9454C8C-9385-464A-9A51-7448A29C7B5C}" srcOrd="3" destOrd="0" presId="urn:microsoft.com/office/officeart/2018/2/layout/IconVerticalSolidList"/>
    <dgm:cxn modelId="{4BCFC910-B41F-4047-B164-B26B65CAA86A}" type="presParOf" srcId="{DB191222-C578-4333-B0C4-90FF6BA9E0EB}" destId="{743E350A-7764-4DD5-AADA-D663AFE5853A}" srcOrd="3" destOrd="0" presId="urn:microsoft.com/office/officeart/2018/2/layout/IconVerticalSolidList"/>
    <dgm:cxn modelId="{E3F5F344-1EC2-4EDB-8ACF-4B40D68C5A8F}" type="presParOf" srcId="{DB191222-C578-4333-B0C4-90FF6BA9E0EB}" destId="{DDB70D6C-6170-406E-88F6-E707EE397D91}" srcOrd="4" destOrd="0" presId="urn:microsoft.com/office/officeart/2018/2/layout/IconVerticalSolidList"/>
    <dgm:cxn modelId="{59CD9F35-EF10-47D3-8AE7-0E8C8D51C75A}" type="presParOf" srcId="{DDB70D6C-6170-406E-88F6-E707EE397D91}" destId="{38FE3AD0-6CD2-4C26-8E10-CAE7AAEFEA5C}" srcOrd="0" destOrd="0" presId="urn:microsoft.com/office/officeart/2018/2/layout/IconVerticalSolidList"/>
    <dgm:cxn modelId="{08942327-2A39-40E6-A9A1-A7DD514FF577}" type="presParOf" srcId="{DDB70D6C-6170-406E-88F6-E707EE397D91}" destId="{7624EA04-B1A9-41C8-8A6A-2EB0A9FC79EA}" srcOrd="1" destOrd="0" presId="urn:microsoft.com/office/officeart/2018/2/layout/IconVerticalSolidList"/>
    <dgm:cxn modelId="{DDEA6F5F-8440-4F73-8849-DA9735829804}" type="presParOf" srcId="{DDB70D6C-6170-406E-88F6-E707EE397D91}" destId="{57DDF91D-038B-41C6-A209-2755E096CF6D}" srcOrd="2" destOrd="0" presId="urn:microsoft.com/office/officeart/2018/2/layout/IconVerticalSolidList"/>
    <dgm:cxn modelId="{C7024721-9142-436C-8632-7B03D28D4DB5}" type="presParOf" srcId="{DDB70D6C-6170-406E-88F6-E707EE397D91}" destId="{B4B3E3CB-7AB4-4644-8205-1A2839527603}" srcOrd="3" destOrd="0" presId="urn:microsoft.com/office/officeart/2018/2/layout/IconVerticalSolidList"/>
    <dgm:cxn modelId="{7B26BFDB-D24A-499A-B3A7-1DD2E76836D0}" type="presParOf" srcId="{DB191222-C578-4333-B0C4-90FF6BA9E0EB}" destId="{51DE7C0D-B0C8-4D7C-A026-EE60970B3ABD}" srcOrd="5" destOrd="0" presId="urn:microsoft.com/office/officeart/2018/2/layout/IconVerticalSolidList"/>
    <dgm:cxn modelId="{E6A9A809-6E3D-461E-93BF-93BE3C4B7892}" type="presParOf" srcId="{DB191222-C578-4333-B0C4-90FF6BA9E0EB}" destId="{9F5F0F9E-65C3-4C67-8BBD-EADFB8E6CD58}" srcOrd="6" destOrd="0" presId="urn:microsoft.com/office/officeart/2018/2/layout/IconVerticalSolidList"/>
    <dgm:cxn modelId="{ECA975AD-4D53-4244-A803-584BD4F8AD9C}" type="presParOf" srcId="{9F5F0F9E-65C3-4C67-8BBD-EADFB8E6CD58}" destId="{A05B3B74-9F93-40A8-A4EA-D5205E90CE4A}" srcOrd="0" destOrd="0" presId="urn:microsoft.com/office/officeart/2018/2/layout/IconVerticalSolidList"/>
    <dgm:cxn modelId="{F36854B8-4F29-4A06-844E-61472B777F29}" type="presParOf" srcId="{9F5F0F9E-65C3-4C67-8BBD-EADFB8E6CD58}" destId="{AC28A92A-170E-4FF9-8405-DD73FCFC8A52}" srcOrd="1" destOrd="0" presId="urn:microsoft.com/office/officeart/2018/2/layout/IconVerticalSolidList"/>
    <dgm:cxn modelId="{B56F0C88-672B-437F-BED8-6ACADBB583E8}" type="presParOf" srcId="{9F5F0F9E-65C3-4C67-8BBD-EADFB8E6CD58}" destId="{5BE40E03-5DF9-4BCC-9257-5874DA623CA0}" srcOrd="2" destOrd="0" presId="urn:microsoft.com/office/officeart/2018/2/layout/IconVerticalSolidList"/>
    <dgm:cxn modelId="{D2300332-4988-4554-8F88-39FE3C86D201}" type="presParOf" srcId="{9F5F0F9E-65C3-4C67-8BBD-EADFB8E6CD58}" destId="{C27C18EE-2B6C-4A1F-8EF0-CC924264F504}" srcOrd="3" destOrd="0" presId="urn:microsoft.com/office/officeart/2018/2/layout/IconVerticalSolidList"/>
    <dgm:cxn modelId="{4F646220-6FA0-44E4-AA1C-772825C49416}" type="presParOf" srcId="{DB191222-C578-4333-B0C4-90FF6BA9E0EB}" destId="{61D736AD-7FFB-4EE0-94F7-0D2FA666DCFB}" srcOrd="7" destOrd="0" presId="urn:microsoft.com/office/officeart/2018/2/layout/IconVerticalSolidList"/>
    <dgm:cxn modelId="{2ABC6904-9887-4C2C-937C-CEFD1CC70F61}" type="presParOf" srcId="{DB191222-C578-4333-B0C4-90FF6BA9E0EB}" destId="{95A7C5E3-EE58-4469-B008-A5C31B204044}" srcOrd="8" destOrd="0" presId="urn:microsoft.com/office/officeart/2018/2/layout/IconVerticalSolidList"/>
    <dgm:cxn modelId="{DE3EBBFB-F844-47F4-AC98-741ECB178879}" type="presParOf" srcId="{95A7C5E3-EE58-4469-B008-A5C31B204044}" destId="{54108C92-F631-47BE-A720-6CF9869EEE4E}" srcOrd="0" destOrd="0" presId="urn:microsoft.com/office/officeart/2018/2/layout/IconVerticalSolidList"/>
    <dgm:cxn modelId="{759E3A8A-F377-44D8-BFF9-A15D25AC789B}" type="presParOf" srcId="{95A7C5E3-EE58-4469-B008-A5C31B204044}" destId="{9C76E11C-AA2B-4A24-B578-280108E136DD}" srcOrd="1" destOrd="0" presId="urn:microsoft.com/office/officeart/2018/2/layout/IconVerticalSolidList"/>
    <dgm:cxn modelId="{CBBF5F57-1289-41EE-AE77-C377F7433C89}" type="presParOf" srcId="{95A7C5E3-EE58-4469-B008-A5C31B204044}" destId="{076AEC5E-0343-4098-8C5F-496D43C23003}" srcOrd="2" destOrd="0" presId="urn:microsoft.com/office/officeart/2018/2/layout/IconVerticalSolidList"/>
    <dgm:cxn modelId="{8E13A48A-0D1D-44F6-BE1A-5D712B6FB50B}" type="presParOf" srcId="{95A7C5E3-EE58-4469-B008-A5C31B204044}" destId="{E76ED6B3-C9B9-4B3C-92EF-6F3F3AF6A261}" srcOrd="3" destOrd="0" presId="urn:microsoft.com/office/officeart/2018/2/layout/IconVerticalSolidList"/>
    <dgm:cxn modelId="{7D97FFE7-81FB-4DC3-8A8A-9E865781EDD0}" type="presParOf" srcId="{DB191222-C578-4333-B0C4-90FF6BA9E0EB}" destId="{0253AE36-CE5D-47DF-A3C4-B1988D87B6CA}" srcOrd="9" destOrd="0" presId="urn:microsoft.com/office/officeart/2018/2/layout/IconVerticalSolidList"/>
    <dgm:cxn modelId="{B768C52C-8036-4E04-A208-5681EC21BC4F}" type="presParOf" srcId="{DB191222-C578-4333-B0C4-90FF6BA9E0EB}" destId="{E2523F70-12C6-4DD3-B893-B9B91F1C221D}" srcOrd="10" destOrd="0" presId="urn:microsoft.com/office/officeart/2018/2/layout/IconVerticalSolidList"/>
    <dgm:cxn modelId="{55BD3EDC-7C2B-456E-9A63-F9007FEBC997}" type="presParOf" srcId="{E2523F70-12C6-4DD3-B893-B9B91F1C221D}" destId="{CB9D3A54-0079-4D9E-AA3E-F8DC87C971EB}" srcOrd="0" destOrd="0" presId="urn:microsoft.com/office/officeart/2018/2/layout/IconVerticalSolidList"/>
    <dgm:cxn modelId="{84CFE39A-E0ED-42E9-AE02-FF03876899B3}" type="presParOf" srcId="{E2523F70-12C6-4DD3-B893-B9B91F1C221D}" destId="{51939963-DFA0-4246-9A31-D7261C9DB750}" srcOrd="1" destOrd="0" presId="urn:microsoft.com/office/officeart/2018/2/layout/IconVerticalSolidList"/>
    <dgm:cxn modelId="{EE2A6FC8-F8CA-47B2-AA77-2C6072B1EBED}" type="presParOf" srcId="{E2523F70-12C6-4DD3-B893-B9B91F1C221D}" destId="{30D97B08-B0C6-488F-8E77-083D7F4E093C}" srcOrd="2" destOrd="0" presId="urn:microsoft.com/office/officeart/2018/2/layout/IconVerticalSolidList"/>
    <dgm:cxn modelId="{7A0B1647-240C-4DCB-81A6-F28FA08F23C2}" type="presParOf" srcId="{E2523F70-12C6-4DD3-B893-B9B91F1C221D}" destId="{AA9A131B-BDF3-40A7-85E4-1CD90758F6C6}" srcOrd="3" destOrd="0" presId="urn:microsoft.com/office/officeart/2018/2/layout/IconVerticalSolidList"/>
    <dgm:cxn modelId="{3DEE9410-539C-44FC-8021-4AA82D20A1B0}" type="presParOf" srcId="{DB191222-C578-4333-B0C4-90FF6BA9E0EB}" destId="{4BE30CA3-9965-4194-B3DE-0C038C3F9176}" srcOrd="11" destOrd="0" presId="urn:microsoft.com/office/officeart/2018/2/layout/IconVerticalSolidList"/>
    <dgm:cxn modelId="{8FFA4BB9-20AF-449C-A686-C893FF5B1673}" type="presParOf" srcId="{DB191222-C578-4333-B0C4-90FF6BA9E0EB}" destId="{EEF6DC75-B1FF-4980-BB3E-818BB7678D06}" srcOrd="12" destOrd="0" presId="urn:microsoft.com/office/officeart/2018/2/layout/IconVerticalSolidList"/>
    <dgm:cxn modelId="{C290E96F-2F6A-4064-8DE6-57D8DE660F16}" type="presParOf" srcId="{EEF6DC75-B1FF-4980-BB3E-818BB7678D06}" destId="{2914F693-4864-4829-94B7-35F539B84C7B}" srcOrd="0" destOrd="0" presId="urn:microsoft.com/office/officeart/2018/2/layout/IconVerticalSolidList"/>
    <dgm:cxn modelId="{43A9C5E4-D682-41DD-BAAD-7C04D9241477}" type="presParOf" srcId="{EEF6DC75-B1FF-4980-BB3E-818BB7678D06}" destId="{DED480D9-F353-4749-98FC-1C22B55133AD}" srcOrd="1" destOrd="0" presId="urn:microsoft.com/office/officeart/2018/2/layout/IconVerticalSolidList"/>
    <dgm:cxn modelId="{39C51A3F-D59F-4EA2-9FAD-2B8C472B1D42}" type="presParOf" srcId="{EEF6DC75-B1FF-4980-BB3E-818BB7678D06}" destId="{81B25185-8CE9-4F94-AE33-AB44ABEA0E38}" srcOrd="2" destOrd="0" presId="urn:microsoft.com/office/officeart/2018/2/layout/IconVerticalSolidList"/>
    <dgm:cxn modelId="{21AC485A-2587-4899-B4F5-86F720847CF8}" type="presParOf" srcId="{EEF6DC75-B1FF-4980-BB3E-818BB7678D06}" destId="{E0AA59E7-2598-4939-B211-FC3C85396A31}" srcOrd="3" destOrd="0" presId="urn:microsoft.com/office/officeart/2018/2/layout/IconVerticalSolidList"/>
    <dgm:cxn modelId="{CCF961AF-7B92-44BC-A07C-55321036B5A9}" type="presParOf" srcId="{DB191222-C578-4333-B0C4-90FF6BA9E0EB}" destId="{1122CFF5-94D4-4097-869B-A849E91984B7}" srcOrd="13" destOrd="0" presId="urn:microsoft.com/office/officeart/2018/2/layout/IconVerticalSolidList"/>
    <dgm:cxn modelId="{E3C06918-E248-4736-BEDA-F117DC5BF5DC}" type="presParOf" srcId="{DB191222-C578-4333-B0C4-90FF6BA9E0EB}" destId="{A7D1E950-22CB-4BEE-98E1-0C7C79DABC37}" srcOrd="14" destOrd="0" presId="urn:microsoft.com/office/officeart/2018/2/layout/IconVerticalSolidList"/>
    <dgm:cxn modelId="{99460888-0784-4567-A9F9-AB7059BE5517}" type="presParOf" srcId="{A7D1E950-22CB-4BEE-98E1-0C7C79DABC37}" destId="{B40F8AC8-FA41-4006-9B51-19B7EA782268}" srcOrd="0" destOrd="0" presId="urn:microsoft.com/office/officeart/2018/2/layout/IconVerticalSolidList"/>
    <dgm:cxn modelId="{7524B0FA-C822-4C46-AA10-3267BB3BF924}" type="presParOf" srcId="{A7D1E950-22CB-4BEE-98E1-0C7C79DABC37}" destId="{BF931D04-28F3-466F-A738-5B09034724AF}" srcOrd="1" destOrd="0" presId="urn:microsoft.com/office/officeart/2018/2/layout/IconVerticalSolidList"/>
    <dgm:cxn modelId="{191209C7-2AC2-4192-99EC-216EE1F00731}" type="presParOf" srcId="{A7D1E950-22CB-4BEE-98E1-0C7C79DABC37}" destId="{1AB246DB-DF09-4974-AA03-F4FFC3D00ED9}" srcOrd="2" destOrd="0" presId="urn:microsoft.com/office/officeart/2018/2/layout/IconVerticalSolidList"/>
    <dgm:cxn modelId="{341F0727-D6E2-4899-A5D8-815B8AEC7B96}" type="presParOf" srcId="{A7D1E950-22CB-4BEE-98E1-0C7C79DABC37}" destId="{C751A510-80B4-4D2D-A774-D01989A3A0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F7524-078D-4EB0-A155-3D25E621565A}">
      <dsp:nvSpPr>
        <dsp:cNvPr id="0" name=""/>
        <dsp:cNvSpPr/>
      </dsp:nvSpPr>
      <dsp:spPr>
        <a:xfrm>
          <a:off x="0" y="1923"/>
          <a:ext cx="10548966" cy="97465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99935-A70C-431F-B158-36D1E4050C1D}">
      <dsp:nvSpPr>
        <dsp:cNvPr id="0" name=""/>
        <dsp:cNvSpPr/>
      </dsp:nvSpPr>
      <dsp:spPr>
        <a:xfrm>
          <a:off x="294832" y="221220"/>
          <a:ext cx="536059" cy="5360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7F0B8-285B-44C1-8637-B74A932E58AF}">
      <dsp:nvSpPr>
        <dsp:cNvPr id="0" name=""/>
        <dsp:cNvSpPr/>
      </dsp:nvSpPr>
      <dsp:spPr>
        <a:xfrm>
          <a:off x="1125725" y="1923"/>
          <a:ext cx="9423241" cy="974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51" tIns="103151" rIns="103151" bIns="1031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Free alternative to Kahoot </a:t>
          </a:r>
          <a:r>
            <a:rPr lang="en-GB" sz="2200" kern="1200" dirty="0"/>
            <a:t>(unlock features behind paywalls)</a:t>
          </a:r>
          <a:endParaRPr lang="en-US" sz="2200" kern="1200" dirty="0"/>
        </a:p>
      </dsp:txBody>
      <dsp:txXfrm>
        <a:off x="1125725" y="1923"/>
        <a:ext cx="9423241" cy="974653"/>
      </dsp:txXfrm>
    </dsp:sp>
    <dsp:sp modelId="{37E92518-6DA1-4A2E-B535-1E9000BC0708}">
      <dsp:nvSpPr>
        <dsp:cNvPr id="0" name=""/>
        <dsp:cNvSpPr/>
      </dsp:nvSpPr>
      <dsp:spPr>
        <a:xfrm>
          <a:off x="0" y="1220240"/>
          <a:ext cx="10548966" cy="97465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A468E-0280-4532-B0B4-B92421636444}">
      <dsp:nvSpPr>
        <dsp:cNvPr id="0" name=""/>
        <dsp:cNvSpPr/>
      </dsp:nvSpPr>
      <dsp:spPr>
        <a:xfrm>
          <a:off x="294832" y="1439537"/>
          <a:ext cx="536059" cy="5360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7BB89-FBDF-4B03-9C09-B28040F0C8B8}">
      <dsp:nvSpPr>
        <dsp:cNvPr id="0" name=""/>
        <dsp:cNvSpPr/>
      </dsp:nvSpPr>
      <dsp:spPr>
        <a:xfrm>
          <a:off x="1125725" y="1220240"/>
          <a:ext cx="9423241" cy="974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51" tIns="103151" rIns="103151" bIns="1031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Make learning fun </a:t>
          </a:r>
          <a:r>
            <a:rPr lang="en-GB" sz="2200" kern="1200"/>
            <a:t>(combat boredom with multiple games)</a:t>
          </a:r>
          <a:endParaRPr lang="en-US" sz="2200" kern="1200"/>
        </a:p>
      </dsp:txBody>
      <dsp:txXfrm>
        <a:off x="1125725" y="1220240"/>
        <a:ext cx="9423241" cy="974653"/>
      </dsp:txXfrm>
    </dsp:sp>
    <dsp:sp modelId="{23CEC6B3-AFC4-4D02-832B-81753382F297}">
      <dsp:nvSpPr>
        <dsp:cNvPr id="0" name=""/>
        <dsp:cNvSpPr/>
      </dsp:nvSpPr>
      <dsp:spPr>
        <a:xfrm>
          <a:off x="0" y="2438557"/>
          <a:ext cx="10548966" cy="97465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12188-385E-4CCD-8280-5C764FD3A6F1}">
      <dsp:nvSpPr>
        <dsp:cNvPr id="0" name=""/>
        <dsp:cNvSpPr/>
      </dsp:nvSpPr>
      <dsp:spPr>
        <a:xfrm>
          <a:off x="294832" y="2657854"/>
          <a:ext cx="536059" cy="5360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677BE-C5CB-49CB-AE8D-BA25C6E034BB}">
      <dsp:nvSpPr>
        <dsp:cNvPr id="0" name=""/>
        <dsp:cNvSpPr/>
      </dsp:nvSpPr>
      <dsp:spPr>
        <a:xfrm>
          <a:off x="1125725" y="2438557"/>
          <a:ext cx="9423241" cy="974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51" tIns="103151" rIns="103151" bIns="1031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Achieve performance parity on decade-old devices via server-side rendering </a:t>
          </a:r>
          <a:r>
            <a:rPr lang="en-GB" sz="2200" kern="1200"/>
            <a:t>(Angular Universal) and optimized WebSockets</a:t>
          </a:r>
          <a:endParaRPr lang="en-US" sz="2200" kern="1200"/>
        </a:p>
      </dsp:txBody>
      <dsp:txXfrm>
        <a:off x="1125725" y="2438557"/>
        <a:ext cx="9423241" cy="974653"/>
      </dsp:txXfrm>
    </dsp:sp>
    <dsp:sp modelId="{7DBEEC14-1F5E-49C6-BE71-8A069FA559BB}">
      <dsp:nvSpPr>
        <dsp:cNvPr id="0" name=""/>
        <dsp:cNvSpPr/>
      </dsp:nvSpPr>
      <dsp:spPr>
        <a:xfrm>
          <a:off x="0" y="3656875"/>
          <a:ext cx="10548966" cy="97465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D545E-9919-4949-9EE6-0A30E64F819A}">
      <dsp:nvSpPr>
        <dsp:cNvPr id="0" name=""/>
        <dsp:cNvSpPr/>
      </dsp:nvSpPr>
      <dsp:spPr>
        <a:xfrm>
          <a:off x="294832" y="3876172"/>
          <a:ext cx="536059" cy="5360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B1196-FE42-4EA6-AD9E-024483D063A5}">
      <dsp:nvSpPr>
        <dsp:cNvPr id="0" name=""/>
        <dsp:cNvSpPr/>
      </dsp:nvSpPr>
      <dsp:spPr>
        <a:xfrm>
          <a:off x="1125725" y="3656875"/>
          <a:ext cx="9423241" cy="974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151" tIns="103151" rIns="103151" bIns="10315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Enable complete data sovereignty with one-click Docker deployment for schools/orgs.</a:t>
          </a:r>
          <a:endParaRPr lang="en-US" sz="2200" kern="1200"/>
        </a:p>
      </dsp:txBody>
      <dsp:txXfrm>
        <a:off x="1125725" y="3656875"/>
        <a:ext cx="9423241" cy="9746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8BD5CD-C403-440E-BD15-BEF3A1BA7A06}">
      <dsp:nvSpPr>
        <dsp:cNvPr id="0" name=""/>
        <dsp:cNvSpPr/>
      </dsp:nvSpPr>
      <dsp:spPr>
        <a:xfrm>
          <a:off x="1102893" y="708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226BE-6FAC-4283-B610-F2F6AD4C8668}">
      <dsp:nvSpPr>
        <dsp:cNvPr id="0" name=""/>
        <dsp:cNvSpPr/>
      </dsp:nvSpPr>
      <dsp:spPr>
        <a:xfrm>
          <a:off x="1335065" y="232880"/>
          <a:ext cx="625078" cy="62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8914A-EB4B-4D6B-A570-199A78C8C632}">
      <dsp:nvSpPr>
        <dsp:cNvPr id="0" name=""/>
        <dsp:cNvSpPr/>
      </dsp:nvSpPr>
      <dsp:spPr>
        <a:xfrm>
          <a:off x="754635" y="1429458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solidFill>
                <a:schemeClr val="bg1"/>
              </a:solidFill>
            </a:rPr>
            <a:t>3+ game modes</a:t>
          </a:r>
        </a:p>
      </dsp:txBody>
      <dsp:txXfrm>
        <a:off x="754635" y="1429458"/>
        <a:ext cx="1785937" cy="848320"/>
      </dsp:txXfrm>
    </dsp:sp>
    <dsp:sp modelId="{3BF7B70A-420B-4B7C-B2E8-869B30ECEBDF}">
      <dsp:nvSpPr>
        <dsp:cNvPr id="0" name=""/>
        <dsp:cNvSpPr/>
      </dsp:nvSpPr>
      <dsp:spPr>
        <a:xfrm>
          <a:off x="3201369" y="708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7EC1B-2F6D-4EC9-B2D4-44CE43D57D5D}">
      <dsp:nvSpPr>
        <dsp:cNvPr id="0" name=""/>
        <dsp:cNvSpPr/>
      </dsp:nvSpPr>
      <dsp:spPr>
        <a:xfrm>
          <a:off x="3433541" y="232880"/>
          <a:ext cx="625078" cy="62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67934-ECAD-4C7E-88F4-F91BA310BF9B}">
      <dsp:nvSpPr>
        <dsp:cNvPr id="0" name=""/>
        <dsp:cNvSpPr/>
      </dsp:nvSpPr>
      <dsp:spPr>
        <a:xfrm>
          <a:off x="2853111" y="1429458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solidFill>
                <a:schemeClr val="bg1"/>
              </a:solidFill>
            </a:rPr>
            <a:t>classes/groups system</a:t>
          </a:r>
        </a:p>
      </dsp:txBody>
      <dsp:txXfrm>
        <a:off x="2853111" y="1429458"/>
        <a:ext cx="1785937" cy="848320"/>
      </dsp:txXfrm>
    </dsp:sp>
    <dsp:sp modelId="{10F19E6C-C9D8-471A-8936-0AAC962B0600}">
      <dsp:nvSpPr>
        <dsp:cNvPr id="0" name=""/>
        <dsp:cNvSpPr/>
      </dsp:nvSpPr>
      <dsp:spPr>
        <a:xfrm>
          <a:off x="5299846" y="708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48F06-1D17-4575-B652-61B7F4D56206}">
      <dsp:nvSpPr>
        <dsp:cNvPr id="0" name=""/>
        <dsp:cNvSpPr/>
      </dsp:nvSpPr>
      <dsp:spPr>
        <a:xfrm>
          <a:off x="5532018" y="232880"/>
          <a:ext cx="625078" cy="62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ACF11-DDDC-480B-A103-DB15C23B92E3}">
      <dsp:nvSpPr>
        <dsp:cNvPr id="0" name=""/>
        <dsp:cNvSpPr/>
      </dsp:nvSpPr>
      <dsp:spPr>
        <a:xfrm>
          <a:off x="4951588" y="1429458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solidFill>
                <a:schemeClr val="bg1"/>
              </a:solidFill>
            </a:rPr>
            <a:t>homework assignments</a:t>
          </a:r>
        </a:p>
      </dsp:txBody>
      <dsp:txXfrm>
        <a:off x="4951588" y="1429458"/>
        <a:ext cx="1785937" cy="848320"/>
      </dsp:txXfrm>
    </dsp:sp>
    <dsp:sp modelId="{18DBE2D2-AD0C-48BA-9508-5A24C355A642}">
      <dsp:nvSpPr>
        <dsp:cNvPr id="0" name=""/>
        <dsp:cNvSpPr/>
      </dsp:nvSpPr>
      <dsp:spPr>
        <a:xfrm>
          <a:off x="7398322" y="708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6DFB7-A9BA-4863-BE2A-1DD85622561B}">
      <dsp:nvSpPr>
        <dsp:cNvPr id="0" name=""/>
        <dsp:cNvSpPr/>
      </dsp:nvSpPr>
      <dsp:spPr>
        <a:xfrm>
          <a:off x="7630494" y="232880"/>
          <a:ext cx="625078" cy="62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BE2DC-7F7C-4DD5-A0FC-60B622A18133}">
      <dsp:nvSpPr>
        <dsp:cNvPr id="0" name=""/>
        <dsp:cNvSpPr/>
      </dsp:nvSpPr>
      <dsp:spPr>
        <a:xfrm>
          <a:off x="7050065" y="1429458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>
              <a:solidFill>
                <a:schemeClr val="bg1"/>
              </a:solidFill>
            </a:rPr>
            <a:t>discover page for quizzes</a:t>
          </a:r>
        </a:p>
      </dsp:txBody>
      <dsp:txXfrm>
        <a:off x="7050065" y="1429458"/>
        <a:ext cx="1785937" cy="848320"/>
      </dsp:txXfrm>
    </dsp:sp>
    <dsp:sp modelId="{F05D73BE-5A7B-44F5-B828-CE538D1A23E3}">
      <dsp:nvSpPr>
        <dsp:cNvPr id="0" name=""/>
        <dsp:cNvSpPr/>
      </dsp:nvSpPr>
      <dsp:spPr>
        <a:xfrm>
          <a:off x="2152131" y="2724263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8CF68-9204-4056-9DA7-9CB56C1D49BE}">
      <dsp:nvSpPr>
        <dsp:cNvPr id="0" name=""/>
        <dsp:cNvSpPr/>
      </dsp:nvSpPr>
      <dsp:spPr>
        <a:xfrm>
          <a:off x="2384303" y="2956435"/>
          <a:ext cx="625078" cy="62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7EC35-58B8-43E3-88A5-200463C53715}">
      <dsp:nvSpPr>
        <dsp:cNvPr id="0" name=""/>
        <dsp:cNvSpPr/>
      </dsp:nvSpPr>
      <dsp:spPr>
        <a:xfrm>
          <a:off x="1803873" y="4153013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solidFill>
                <a:schemeClr val="bg1"/>
              </a:solidFill>
            </a:rPr>
            <a:t>create/modify quizzes</a:t>
          </a:r>
        </a:p>
      </dsp:txBody>
      <dsp:txXfrm>
        <a:off x="1803873" y="4153013"/>
        <a:ext cx="1785937" cy="848320"/>
      </dsp:txXfrm>
    </dsp:sp>
    <dsp:sp modelId="{73ACB14C-BC61-412A-AC9C-28D2ED375F6B}">
      <dsp:nvSpPr>
        <dsp:cNvPr id="0" name=""/>
        <dsp:cNvSpPr/>
      </dsp:nvSpPr>
      <dsp:spPr>
        <a:xfrm>
          <a:off x="4250608" y="2724263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B4D5B-A789-46B2-8019-526B72DA8D73}">
      <dsp:nvSpPr>
        <dsp:cNvPr id="0" name=""/>
        <dsp:cNvSpPr/>
      </dsp:nvSpPr>
      <dsp:spPr>
        <a:xfrm>
          <a:off x="4482779" y="2956435"/>
          <a:ext cx="625078" cy="62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37C11-6657-4A5B-ACDE-E654F8584422}">
      <dsp:nvSpPr>
        <dsp:cNvPr id="0" name=""/>
        <dsp:cNvSpPr/>
      </dsp:nvSpPr>
      <dsp:spPr>
        <a:xfrm>
          <a:off x="3902350" y="4153013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>
              <a:solidFill>
                <a:schemeClr val="bg1"/>
              </a:solidFill>
            </a:rPr>
            <a:t>hosting sessions</a:t>
          </a:r>
        </a:p>
      </dsp:txBody>
      <dsp:txXfrm>
        <a:off x="3902350" y="4153013"/>
        <a:ext cx="1785937" cy="848320"/>
      </dsp:txXfrm>
    </dsp:sp>
    <dsp:sp modelId="{1C86B2D0-5FBF-4767-97BA-31449B0684CE}">
      <dsp:nvSpPr>
        <dsp:cNvPr id="0" name=""/>
        <dsp:cNvSpPr/>
      </dsp:nvSpPr>
      <dsp:spPr>
        <a:xfrm>
          <a:off x="6349084" y="2724263"/>
          <a:ext cx="1089421" cy="108942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AC39E-431B-4D0B-91CC-5C7A966C0A84}">
      <dsp:nvSpPr>
        <dsp:cNvPr id="0" name=""/>
        <dsp:cNvSpPr/>
      </dsp:nvSpPr>
      <dsp:spPr>
        <a:xfrm>
          <a:off x="6581256" y="2956435"/>
          <a:ext cx="625078" cy="62507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8E430-1432-40BD-AFF5-E81ADB072266}">
      <dsp:nvSpPr>
        <dsp:cNvPr id="0" name=""/>
        <dsp:cNvSpPr/>
      </dsp:nvSpPr>
      <dsp:spPr>
        <a:xfrm>
          <a:off x="6000826" y="4153013"/>
          <a:ext cx="1785937" cy="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solidFill>
                <a:schemeClr val="bg1"/>
              </a:solidFill>
            </a:rPr>
            <a:t>virtual market for customizations</a:t>
          </a:r>
        </a:p>
      </dsp:txBody>
      <dsp:txXfrm>
        <a:off x="6000826" y="4153013"/>
        <a:ext cx="1785937" cy="848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CEF3F9-91DA-4A6E-B899-74BD85184F3A}">
      <dsp:nvSpPr>
        <dsp:cNvPr id="0" name=""/>
        <dsp:cNvSpPr/>
      </dsp:nvSpPr>
      <dsp:spPr>
        <a:xfrm>
          <a:off x="285883" y="569"/>
          <a:ext cx="2830626" cy="1698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chemeClr val="accent4">
                  <a:lumMod val="50000"/>
                </a:schemeClr>
              </a:solidFill>
            </a:rPr>
            <a:t>Forge Classic</a:t>
          </a:r>
          <a:r>
            <a:rPr lang="en-GB" sz="2400" kern="12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kern="1200" dirty="0"/>
            <a:t>Speed-based scoring with leaderboards</a:t>
          </a:r>
          <a:endParaRPr lang="en-US" sz="2400" kern="1200" dirty="0"/>
        </a:p>
      </dsp:txBody>
      <dsp:txXfrm>
        <a:off x="285883" y="569"/>
        <a:ext cx="2830626" cy="1698376"/>
      </dsp:txXfrm>
    </dsp:sp>
    <dsp:sp modelId="{207C43E7-F78B-4562-974F-37012DBB3035}">
      <dsp:nvSpPr>
        <dsp:cNvPr id="0" name=""/>
        <dsp:cNvSpPr/>
      </dsp:nvSpPr>
      <dsp:spPr>
        <a:xfrm>
          <a:off x="3399573" y="569"/>
          <a:ext cx="2830626" cy="1698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chemeClr val="accent4">
                  <a:lumMod val="50000"/>
                </a:schemeClr>
              </a:solidFill>
            </a:rPr>
            <a:t>Treasure Forge</a:t>
          </a:r>
          <a:r>
            <a:rPr lang="en-GB" sz="2400" kern="12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kern="1200" dirty="0"/>
            <a:t>Chest-opening with gold rewards</a:t>
          </a:r>
          <a:endParaRPr lang="en-US" sz="2400" kern="1200" dirty="0"/>
        </a:p>
      </dsp:txBody>
      <dsp:txXfrm>
        <a:off x="3399573" y="569"/>
        <a:ext cx="2830626" cy="1698376"/>
      </dsp:txXfrm>
    </dsp:sp>
    <dsp:sp modelId="{97F2F365-3911-4C98-AE91-D016B1BE5071}">
      <dsp:nvSpPr>
        <dsp:cNvPr id="0" name=""/>
        <dsp:cNvSpPr/>
      </dsp:nvSpPr>
      <dsp:spPr>
        <a:xfrm>
          <a:off x="6513263" y="569"/>
          <a:ext cx="2830626" cy="1698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chemeClr val="accent4">
                  <a:lumMod val="50000"/>
                </a:schemeClr>
              </a:solidFill>
            </a:rPr>
            <a:t>Bubbly Royale</a:t>
          </a:r>
          <a:r>
            <a:rPr lang="en-GB" sz="2400" kern="1200" dirty="0">
              <a:solidFill>
                <a:schemeClr val="accent4">
                  <a:lumMod val="50000"/>
                </a:schemeClr>
              </a:solidFill>
            </a:rPr>
            <a:t>: </a:t>
          </a:r>
          <a:r>
            <a:rPr lang="en-GB" sz="2000" kern="1200" dirty="0"/>
            <a:t>Elimination-style survival. </a:t>
          </a:r>
          <a:endParaRPr lang="en-US" sz="2400" kern="1200" dirty="0"/>
        </a:p>
      </dsp:txBody>
      <dsp:txXfrm>
        <a:off x="6513263" y="569"/>
        <a:ext cx="2830626" cy="1698376"/>
      </dsp:txXfrm>
    </dsp:sp>
    <dsp:sp modelId="{6B89D316-F449-4C3C-8734-D707A1A92B0C}">
      <dsp:nvSpPr>
        <dsp:cNvPr id="0" name=""/>
        <dsp:cNvSpPr/>
      </dsp:nvSpPr>
      <dsp:spPr>
        <a:xfrm>
          <a:off x="3399573" y="1982008"/>
          <a:ext cx="2830626" cy="16983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More modes coming after MVP. Makes quizzes exciting, not boring</a:t>
          </a:r>
          <a:endParaRPr lang="en-US" sz="2000" kern="1200" dirty="0"/>
        </a:p>
      </dsp:txBody>
      <dsp:txXfrm>
        <a:off x="3399573" y="1982008"/>
        <a:ext cx="2830626" cy="1698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48CD9-5044-4377-8663-AB12577A78AF}">
      <dsp:nvSpPr>
        <dsp:cNvPr id="0" name=""/>
        <dsp:cNvSpPr/>
      </dsp:nvSpPr>
      <dsp:spPr>
        <a:xfrm>
          <a:off x="0" y="602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4BCA8E-2F82-404D-BBCE-F3A0859937A0}">
      <dsp:nvSpPr>
        <dsp:cNvPr id="0" name=""/>
        <dsp:cNvSpPr/>
      </dsp:nvSpPr>
      <dsp:spPr>
        <a:xfrm>
          <a:off x="153041" y="114434"/>
          <a:ext cx="278257" cy="278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86E607-A90A-4ED1-9D23-3C38A812BEBB}">
      <dsp:nvSpPr>
        <dsp:cNvPr id="0" name=""/>
        <dsp:cNvSpPr/>
      </dsp:nvSpPr>
      <dsp:spPr>
        <a:xfrm>
          <a:off x="584340" y="602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 up </a:t>
          </a:r>
          <a:r>
            <a:rPr lang="en-US" sz="2400" kern="1200" dirty="0" err="1"/>
            <a:t>Nx</a:t>
          </a:r>
          <a:r>
            <a:rPr lang="en-US" sz="2400" kern="1200" dirty="0"/>
            <a:t> </a:t>
          </a:r>
          <a:r>
            <a:rPr lang="en-US" sz="2400" kern="1200" dirty="0" err="1"/>
            <a:t>monorepo</a:t>
          </a:r>
          <a:endParaRPr lang="en-US" sz="2400" kern="1200" dirty="0"/>
        </a:p>
      </dsp:txBody>
      <dsp:txXfrm>
        <a:off x="584340" y="602"/>
        <a:ext cx="9985293" cy="505922"/>
      </dsp:txXfrm>
    </dsp:sp>
    <dsp:sp modelId="{E9D821E2-2C8A-45C0-9D28-A858CDD342E8}">
      <dsp:nvSpPr>
        <dsp:cNvPr id="0" name=""/>
        <dsp:cNvSpPr/>
      </dsp:nvSpPr>
      <dsp:spPr>
        <a:xfrm>
          <a:off x="0" y="633005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46C9B-B89C-460B-9053-0082FFB2FA76}">
      <dsp:nvSpPr>
        <dsp:cNvPr id="0" name=""/>
        <dsp:cNvSpPr/>
      </dsp:nvSpPr>
      <dsp:spPr>
        <a:xfrm>
          <a:off x="153041" y="746838"/>
          <a:ext cx="278257" cy="278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454C8C-9385-464A-9A51-7448A29C7B5C}">
      <dsp:nvSpPr>
        <dsp:cNvPr id="0" name=""/>
        <dsp:cNvSpPr/>
      </dsp:nvSpPr>
      <dsp:spPr>
        <a:xfrm>
          <a:off x="584340" y="633005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Supabase database</a:t>
          </a:r>
        </a:p>
      </dsp:txBody>
      <dsp:txXfrm>
        <a:off x="584340" y="633005"/>
        <a:ext cx="9985293" cy="505922"/>
      </dsp:txXfrm>
    </dsp:sp>
    <dsp:sp modelId="{38FE3AD0-6CD2-4C26-8E10-CAE7AAEFEA5C}">
      <dsp:nvSpPr>
        <dsp:cNvPr id="0" name=""/>
        <dsp:cNvSpPr/>
      </dsp:nvSpPr>
      <dsp:spPr>
        <a:xfrm>
          <a:off x="0" y="1265408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4EA04-B1A9-41C8-8A6A-2EB0A9FC79EA}">
      <dsp:nvSpPr>
        <dsp:cNvPr id="0" name=""/>
        <dsp:cNvSpPr/>
      </dsp:nvSpPr>
      <dsp:spPr>
        <a:xfrm>
          <a:off x="153041" y="1379241"/>
          <a:ext cx="278257" cy="278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3E3CB-7AB4-4644-8205-1A2839527603}">
      <dsp:nvSpPr>
        <dsp:cNvPr id="0" name=""/>
        <dsp:cNvSpPr/>
      </dsp:nvSpPr>
      <dsp:spPr>
        <a:xfrm>
          <a:off x="584340" y="1265408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Drizzle ORM</a:t>
          </a:r>
        </a:p>
      </dsp:txBody>
      <dsp:txXfrm>
        <a:off x="584340" y="1265408"/>
        <a:ext cx="9985293" cy="505922"/>
      </dsp:txXfrm>
    </dsp:sp>
    <dsp:sp modelId="{A05B3B74-9F93-40A8-A4EA-D5205E90CE4A}">
      <dsp:nvSpPr>
        <dsp:cNvPr id="0" name=""/>
        <dsp:cNvSpPr/>
      </dsp:nvSpPr>
      <dsp:spPr>
        <a:xfrm>
          <a:off x="0" y="1897812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8A92A-170E-4FF9-8405-DD73FCFC8A52}">
      <dsp:nvSpPr>
        <dsp:cNvPr id="0" name=""/>
        <dsp:cNvSpPr/>
      </dsp:nvSpPr>
      <dsp:spPr>
        <a:xfrm>
          <a:off x="153041" y="2011644"/>
          <a:ext cx="278257" cy="2782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C18EE-2B6C-4A1F-8EF0-CC924264F504}">
      <dsp:nvSpPr>
        <dsp:cNvPr id="0" name=""/>
        <dsp:cNvSpPr/>
      </dsp:nvSpPr>
      <dsp:spPr>
        <a:xfrm>
          <a:off x="584340" y="1897812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auth endpoints (signup/login)</a:t>
          </a:r>
        </a:p>
      </dsp:txBody>
      <dsp:txXfrm>
        <a:off x="584340" y="1897812"/>
        <a:ext cx="9985293" cy="505922"/>
      </dsp:txXfrm>
    </dsp:sp>
    <dsp:sp modelId="{54108C92-F631-47BE-A720-6CF9869EEE4E}">
      <dsp:nvSpPr>
        <dsp:cNvPr id="0" name=""/>
        <dsp:cNvSpPr/>
      </dsp:nvSpPr>
      <dsp:spPr>
        <a:xfrm>
          <a:off x="0" y="2530215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6E11C-AA2B-4A24-B578-280108E136DD}">
      <dsp:nvSpPr>
        <dsp:cNvPr id="0" name=""/>
        <dsp:cNvSpPr/>
      </dsp:nvSpPr>
      <dsp:spPr>
        <a:xfrm>
          <a:off x="153041" y="2644047"/>
          <a:ext cx="278257" cy="2782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ED6B3-C9B9-4B3C-92EF-6F3F3AF6A261}">
      <dsp:nvSpPr>
        <dsp:cNvPr id="0" name=""/>
        <dsp:cNvSpPr/>
      </dsp:nvSpPr>
      <dsp:spPr>
        <a:xfrm>
          <a:off x="584340" y="2530215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seed data (sample data)</a:t>
          </a:r>
        </a:p>
      </dsp:txBody>
      <dsp:txXfrm>
        <a:off x="584340" y="2530215"/>
        <a:ext cx="9985293" cy="505922"/>
      </dsp:txXfrm>
    </dsp:sp>
    <dsp:sp modelId="{CB9D3A54-0079-4D9E-AA3E-F8DC87C971EB}">
      <dsp:nvSpPr>
        <dsp:cNvPr id="0" name=""/>
        <dsp:cNvSpPr/>
      </dsp:nvSpPr>
      <dsp:spPr>
        <a:xfrm>
          <a:off x="0" y="3162618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39963-DFA0-4246-9A31-D7261C9DB750}">
      <dsp:nvSpPr>
        <dsp:cNvPr id="0" name=""/>
        <dsp:cNvSpPr/>
      </dsp:nvSpPr>
      <dsp:spPr>
        <a:xfrm>
          <a:off x="153041" y="3276451"/>
          <a:ext cx="278257" cy="27825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A131B-BDF3-40A7-85E4-1CD90758F6C6}">
      <dsp:nvSpPr>
        <dsp:cNvPr id="0" name=""/>
        <dsp:cNvSpPr/>
      </dsp:nvSpPr>
      <dsp:spPr>
        <a:xfrm>
          <a:off x="584340" y="3162618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and basic schema</a:t>
          </a:r>
        </a:p>
      </dsp:txBody>
      <dsp:txXfrm>
        <a:off x="584340" y="3162618"/>
        <a:ext cx="9985293" cy="505922"/>
      </dsp:txXfrm>
    </dsp:sp>
    <dsp:sp modelId="{2914F693-4864-4829-94B7-35F539B84C7B}">
      <dsp:nvSpPr>
        <dsp:cNvPr id="0" name=""/>
        <dsp:cNvSpPr/>
      </dsp:nvSpPr>
      <dsp:spPr>
        <a:xfrm>
          <a:off x="0" y="3795021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D480D9-F353-4749-98FC-1C22B55133AD}">
      <dsp:nvSpPr>
        <dsp:cNvPr id="0" name=""/>
        <dsp:cNvSpPr/>
      </dsp:nvSpPr>
      <dsp:spPr>
        <a:xfrm>
          <a:off x="153041" y="3908854"/>
          <a:ext cx="278257" cy="27825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A59E7-2598-4939-B211-FC3C85396A31}">
      <dsp:nvSpPr>
        <dsp:cNvPr id="0" name=""/>
        <dsp:cNvSpPr/>
      </dsp:nvSpPr>
      <dsp:spPr>
        <a:xfrm>
          <a:off x="584340" y="3795021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Focus: Backend foundation for secure, scalable platform. </a:t>
          </a:r>
        </a:p>
      </dsp:txBody>
      <dsp:txXfrm>
        <a:off x="584340" y="3795021"/>
        <a:ext cx="9985293" cy="505922"/>
      </dsp:txXfrm>
    </dsp:sp>
    <dsp:sp modelId="{B40F8AC8-FA41-4006-9B51-19B7EA782268}">
      <dsp:nvSpPr>
        <dsp:cNvPr id="0" name=""/>
        <dsp:cNvSpPr/>
      </dsp:nvSpPr>
      <dsp:spPr>
        <a:xfrm>
          <a:off x="0" y="4427425"/>
          <a:ext cx="10569634" cy="5059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31D04-28F3-466F-A738-5B09034724AF}">
      <dsp:nvSpPr>
        <dsp:cNvPr id="0" name=""/>
        <dsp:cNvSpPr/>
      </dsp:nvSpPr>
      <dsp:spPr>
        <a:xfrm>
          <a:off x="153041" y="4541257"/>
          <a:ext cx="278257" cy="278257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1A510-80B4-4D2D-A774-D01989A3A034}">
      <dsp:nvSpPr>
        <dsp:cNvPr id="0" name=""/>
        <dsp:cNvSpPr/>
      </dsp:nvSpPr>
      <dsp:spPr>
        <a:xfrm>
          <a:off x="584340" y="4427425"/>
          <a:ext cx="9985293" cy="505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43" tIns="53543" rIns="53543" bIns="53543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Mohamad (infra), David (ORM), Nishan (endpoints), Behrang (design)</a:t>
          </a:r>
        </a:p>
      </dsp:txBody>
      <dsp:txXfrm>
        <a:off x="584340" y="4427425"/>
        <a:ext cx="9985293" cy="505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76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29469"/>
            <a:ext cx="8961120" cy="5599062"/>
          </a:xfrm>
        </p:spPr>
        <p:txBody>
          <a:bodyPr/>
          <a:lstStyle/>
          <a:p>
            <a:r>
              <a:rPr lang="en-US" b="0" dirty="0" err="1"/>
              <a:t>QuizForge</a:t>
            </a:r>
            <a:br>
              <a:rPr lang="en-US" b="0" dirty="0"/>
            </a:br>
            <a:r>
              <a:rPr lang="en-US" sz="2800" b="0" dirty="0"/>
              <a:t>— A Free, Fun, Multiplayer Quiz Platform</a:t>
            </a:r>
            <a:br>
              <a:rPr lang="en-US" sz="2800" b="0" dirty="0"/>
            </a:br>
            <a:br>
              <a:rPr lang="en-US" sz="2800" b="0" dirty="0"/>
            </a:br>
            <a:r>
              <a:rPr lang="en-US" sz="2800" b="0" dirty="0"/>
              <a:t>Abdulwahid, Chhantyal, </a:t>
            </a:r>
            <a:r>
              <a:rPr lang="en-US" sz="2800" b="0" dirty="0" err="1"/>
              <a:t>Elyasi</a:t>
            </a:r>
            <a:r>
              <a:rPr lang="en-US" sz="2800" b="0" dirty="0"/>
              <a:t>, Zwettler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BC45-B1E4-CBBE-77D4-B7BA4E31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What We're Creating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69B3B-F297-0D82-3C9A-BF46DB29A607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QuizForge</a:t>
            </a:r>
            <a:r>
              <a:rPr lang="en-GB" sz="2400" dirty="0"/>
              <a:t> is a free, fun alternative to Kahoot.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It transforms static quizzes into dynamic, social gameplay with competitive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classes/groups -&gt; homework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 virtual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Built for classrooms and organizations to make learning engaging</a:t>
            </a:r>
          </a:p>
        </p:txBody>
      </p:sp>
    </p:spTree>
    <p:extLst>
      <p:ext uri="{BB962C8B-B14F-4D97-AF65-F5344CB8AC3E}">
        <p14:creationId xmlns:p14="http://schemas.microsoft.com/office/powerpoint/2010/main" val="349556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9AE-73BC-0FA2-086F-395D9DEC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anchor="t">
            <a:normAutofit/>
          </a:bodyPr>
          <a:lstStyle/>
          <a:p>
            <a:r>
              <a:rPr lang="en-US"/>
              <a:t>Our Goals</a:t>
            </a:r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2F780C-064F-BD06-5220-9F25BD9E577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456510070"/>
              </p:ext>
            </p:extLst>
          </p:nvPr>
        </p:nvGraphicFramePr>
        <p:xfrm>
          <a:off x="811183" y="1524001"/>
          <a:ext cx="10548967" cy="4633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943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992A-9512-91FF-920C-9946A59F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Main Technologies &amp; Why</a:t>
            </a:r>
            <a:endParaRPr lang="en-GB" sz="4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046CFC-879B-2240-B99B-172547896FA0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94002156"/>
              </p:ext>
            </p:extLst>
          </p:nvPr>
        </p:nvGraphicFramePr>
        <p:xfrm>
          <a:off x="1182376" y="2602935"/>
          <a:ext cx="9545979" cy="3108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02840">
                  <a:extLst>
                    <a:ext uri="{9D8B030D-6E8A-4147-A177-3AD203B41FA5}">
                      <a16:colId xmlns:a16="http://schemas.microsoft.com/office/drawing/2014/main" val="3900620988"/>
                    </a:ext>
                  </a:extLst>
                </a:gridCol>
                <a:gridCol w="7543139">
                  <a:extLst>
                    <a:ext uri="{9D8B030D-6E8A-4147-A177-3AD203B41FA5}">
                      <a16:colId xmlns:a16="http://schemas.microsoft.com/office/drawing/2014/main" val="2440089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Frontend: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Angular v21 (zoneless for speed, SSR for old devices). 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23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Backend: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Bun + Express (fast runtime, TS by default). 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31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Database: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Supabase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Postgres (managed, scalable). 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691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Auth: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Supabase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Auth (secure JWT). 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02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Socket.IO (real-time).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715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 err="1"/>
                        <a:t>Monorepo</a:t>
                      </a:r>
                      <a:r>
                        <a:rPr lang="en-GB" sz="2400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/>
                        <a:t>Nx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92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24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1F28-810E-3509-F08E-E520C5D2F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10569634" cy="1801793"/>
          </a:xfrm>
        </p:spPr>
        <p:txBody>
          <a:bodyPr anchor="t">
            <a:normAutofit/>
          </a:bodyPr>
          <a:lstStyle/>
          <a:p>
            <a:r>
              <a:rPr lang="en-US" dirty="0"/>
              <a:t>Core Features Overview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5F9B43-6F9B-A343-9CB0-34A232A52170}"/>
              </a:ext>
            </a:extLst>
          </p:cNvPr>
          <p:cNvGraphicFramePr>
            <a:graphicFrameLocks noGrp="1"/>
          </p:cNvGraphicFramePr>
          <p:nvPr>
            <p:ph type="tbl" sz="quarter" idx="28"/>
            <p:extLst>
              <p:ext uri="{D42A27DB-BD31-4B8C-83A1-F6EECF244321}">
                <p14:modId xmlns:p14="http://schemas.microsoft.com/office/powerpoint/2010/main" val="1682208036"/>
              </p:ext>
            </p:extLst>
          </p:nvPr>
        </p:nvGraphicFramePr>
        <p:xfrm>
          <a:off x="1300681" y="1531922"/>
          <a:ext cx="9590638" cy="5002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97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F49C-2D9D-3D50-9EA8-FDA12B40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anchor="t">
            <a:normAutofit/>
          </a:bodyPr>
          <a:lstStyle/>
          <a:p>
            <a:r>
              <a:rPr lang="en-US" dirty="0"/>
              <a:t>Game Modes</a:t>
            </a:r>
            <a:endParaRPr lang="en-GB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872C2C8A-3B03-315A-57CE-19BAFDA18EF4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746955417"/>
              </p:ext>
            </p:extLst>
          </p:nvPr>
        </p:nvGraphicFramePr>
        <p:xfrm>
          <a:off x="1281113" y="1809750"/>
          <a:ext cx="9629774" cy="3680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005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BB72-BE75-C5E3-2CA2-8D34DA3A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10569634" cy="1801793"/>
          </a:xfrm>
        </p:spPr>
        <p:txBody>
          <a:bodyPr anchor="t">
            <a:normAutofit/>
          </a:bodyPr>
          <a:lstStyle/>
          <a:p>
            <a:r>
              <a:rPr lang="en-US" dirty="0"/>
              <a:t>First Sprint Plan</a:t>
            </a:r>
            <a:endParaRPr lang="en-GB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17B4B631-6D48-32FC-8D4F-A68FA1F782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203740"/>
              </p:ext>
            </p:extLst>
          </p:nvPr>
        </p:nvGraphicFramePr>
        <p:xfrm>
          <a:off x="811182" y="1522869"/>
          <a:ext cx="10569634" cy="4933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03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CE595D9-27F3-FE1C-9A37-0F9F7903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45059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{5B856CCB-AB8C-4DC0-99E2-D77D7A181157}TF9de9d6eb-65d6-487b-af48-f077b562509aeb344968_win32-6a1f3ccf387e</Template>
  <TotalTime>28</TotalTime>
  <Words>290</Words>
  <Application>Microsoft Office PowerPoint</Application>
  <PresentationFormat>Widescreen</PresentationFormat>
  <Paragraphs>50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Custom</vt:lpstr>
      <vt:lpstr>QuizForge — A Free, Fun, Multiplayer Quiz Platform  Abdulwahid, Chhantyal, Elyasi, Zwettler</vt:lpstr>
      <vt:lpstr>What We're Creating</vt:lpstr>
      <vt:lpstr>Our Goals</vt:lpstr>
      <vt:lpstr>Main Technologies &amp; Why</vt:lpstr>
      <vt:lpstr>Core Features Overview</vt:lpstr>
      <vt:lpstr>Game Modes</vt:lpstr>
      <vt:lpstr>First Sprint Plan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Abdulwahid Mohamad</dc:creator>
  <cp:lastModifiedBy>Abdulwahid Mohamad</cp:lastModifiedBy>
  <cp:revision>1</cp:revision>
  <dcterms:created xsi:type="dcterms:W3CDTF">2026-02-05T20:10:00Z</dcterms:created>
  <dcterms:modified xsi:type="dcterms:W3CDTF">2026-02-05T20:38:29Z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